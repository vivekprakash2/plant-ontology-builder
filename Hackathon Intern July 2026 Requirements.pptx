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0" r:id="rId3"/>
    <p:sldId id="257" r:id="rId4"/>
    <p:sldId id="259" r:id="rId5"/>
    <p:sldId id="262" r:id="rId6"/>
    <p:sldId id="264" r:id="rId7"/>
    <p:sldId id="263" r:id="rId8"/>
    <p:sldId id="258" r:id="rId9"/>
    <p:sldId id="265" r:id="rId10"/>
    <p:sldId id="267" r:id="rId11"/>
    <p:sldId id="266"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0" autoAdjust="0"/>
    <p:restoredTop sz="85867" autoAdjust="0"/>
  </p:normalViewPr>
  <p:slideViewPr>
    <p:cSldViewPr snapToGrid="0">
      <p:cViewPr>
        <p:scale>
          <a:sx n="100" d="100"/>
          <a:sy n="100" d="100"/>
        </p:scale>
        <p:origin x="1272"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kpen, Chris" userId="b9c5a392-9ca6-4462-b1f1-f8e4ae53d2f1" providerId="ADAL" clId="{515A5152-5CF3-49B4-AED5-89AFC5270471}"/>
    <pc:docChg chg="custSel addSld delSld modSld">
      <pc:chgData name="Inkpen, Chris" userId="b9c5a392-9ca6-4462-b1f1-f8e4ae53d2f1" providerId="ADAL" clId="{515A5152-5CF3-49B4-AED5-89AFC5270471}" dt="2026-07-28T13:04:11.796" v="313" actId="20577"/>
      <pc:docMkLst>
        <pc:docMk/>
      </pc:docMkLst>
      <pc:sldChg chg="addSp modSp mod setBg">
        <pc:chgData name="Inkpen, Chris" userId="b9c5a392-9ca6-4462-b1f1-f8e4ae53d2f1" providerId="ADAL" clId="{515A5152-5CF3-49B4-AED5-89AFC5270471}" dt="2026-07-28T13:00:01.194" v="275" actId="5793"/>
        <pc:sldMkLst>
          <pc:docMk/>
          <pc:sldMk cId="2710788559" sldId="256"/>
        </pc:sldMkLst>
        <pc:spChg chg="mod">
          <ac:chgData name="Inkpen, Chris" userId="b9c5a392-9ca6-4462-b1f1-f8e4ae53d2f1" providerId="ADAL" clId="{515A5152-5CF3-49B4-AED5-89AFC5270471}" dt="2026-07-28T12:30:24.022" v="258" actId="26606"/>
          <ac:spMkLst>
            <pc:docMk/>
            <pc:sldMk cId="2710788559" sldId="256"/>
            <ac:spMk id="2" creationId="{3FE2A94C-30CD-7E47-770B-40367E2F2039}"/>
          </ac:spMkLst>
        </pc:spChg>
        <pc:spChg chg="mod">
          <ac:chgData name="Inkpen, Chris" userId="b9c5a392-9ca6-4462-b1f1-f8e4ae53d2f1" providerId="ADAL" clId="{515A5152-5CF3-49B4-AED5-89AFC5270471}" dt="2026-07-28T13:00:01.194" v="275" actId="5793"/>
          <ac:spMkLst>
            <pc:docMk/>
            <pc:sldMk cId="2710788559" sldId="256"/>
            <ac:spMk id="3" creationId="{6AA5638A-822D-2F4F-B2E6-67B07B9EA241}"/>
          </ac:spMkLst>
        </pc:spChg>
        <pc:spChg chg="add">
          <ac:chgData name="Inkpen, Chris" userId="b9c5a392-9ca6-4462-b1f1-f8e4ae53d2f1" providerId="ADAL" clId="{515A5152-5CF3-49B4-AED5-89AFC5270471}" dt="2026-07-28T12:30:24.022" v="258" actId="26606"/>
          <ac:spMkLst>
            <pc:docMk/>
            <pc:sldMk cId="2710788559" sldId="256"/>
            <ac:spMk id="8" creationId="{8C790BE2-4E4F-4AAF-81A2-4A6F4885EBE6}"/>
          </ac:spMkLst>
        </pc:spChg>
        <pc:spChg chg="add">
          <ac:chgData name="Inkpen, Chris" userId="b9c5a392-9ca6-4462-b1f1-f8e4ae53d2f1" providerId="ADAL" clId="{515A5152-5CF3-49B4-AED5-89AFC5270471}" dt="2026-07-28T12:30:24.022" v="258" actId="26606"/>
          <ac:spMkLst>
            <pc:docMk/>
            <pc:sldMk cId="2710788559" sldId="256"/>
            <ac:spMk id="10" creationId="{D28B54C3-B57B-472A-B96E-1FCB67093DC2}"/>
          </ac:spMkLst>
        </pc:spChg>
        <pc:spChg chg="add">
          <ac:chgData name="Inkpen, Chris" userId="b9c5a392-9ca6-4462-b1f1-f8e4ae53d2f1" providerId="ADAL" clId="{515A5152-5CF3-49B4-AED5-89AFC5270471}" dt="2026-07-28T12:30:24.022" v="258" actId="26606"/>
          <ac:spMkLst>
            <pc:docMk/>
            <pc:sldMk cId="2710788559" sldId="256"/>
            <ac:spMk id="12" creationId="{7DB3C429-F8DA-49B9-AF84-21996FCF78B5}"/>
          </ac:spMkLst>
        </pc:spChg>
        <pc:spChg chg="add">
          <ac:chgData name="Inkpen, Chris" userId="b9c5a392-9ca6-4462-b1f1-f8e4ae53d2f1" providerId="ADAL" clId="{515A5152-5CF3-49B4-AED5-89AFC5270471}" dt="2026-07-28T12:30:24.022" v="258" actId="26606"/>
          <ac:spMkLst>
            <pc:docMk/>
            <pc:sldMk cId="2710788559" sldId="256"/>
            <ac:spMk id="14" creationId="{E12088DD-B1AD-40E0-8B86-1D87A2CCD9BE}"/>
          </ac:spMkLst>
        </pc:spChg>
        <pc:spChg chg="add">
          <ac:chgData name="Inkpen, Chris" userId="b9c5a392-9ca6-4462-b1f1-f8e4ae53d2f1" providerId="ADAL" clId="{515A5152-5CF3-49B4-AED5-89AFC5270471}" dt="2026-07-28T12:30:24.022" v="258" actId="26606"/>
          <ac:spMkLst>
            <pc:docMk/>
            <pc:sldMk cId="2710788559" sldId="256"/>
            <ac:spMk id="16" creationId="{C4C9F2B0-1044-46EB-8AEB-C3BFFDE6C2CC}"/>
          </ac:spMkLst>
        </pc:spChg>
        <pc:spChg chg="add">
          <ac:chgData name="Inkpen, Chris" userId="b9c5a392-9ca6-4462-b1f1-f8e4ae53d2f1" providerId="ADAL" clId="{515A5152-5CF3-49B4-AED5-89AFC5270471}" dt="2026-07-28T12:30:24.022" v="258" actId="26606"/>
          <ac:spMkLst>
            <pc:docMk/>
            <pc:sldMk cId="2710788559" sldId="256"/>
            <ac:spMk id="18" creationId="{0C395952-4E26-45A2-8756-2ADFD6E53C6E}"/>
          </ac:spMkLst>
        </pc:spChg>
        <pc:spChg chg="add">
          <ac:chgData name="Inkpen, Chris" userId="b9c5a392-9ca6-4462-b1f1-f8e4ae53d2f1" providerId="ADAL" clId="{515A5152-5CF3-49B4-AED5-89AFC5270471}" dt="2026-07-28T12:30:24.022" v="258" actId="26606"/>
          <ac:spMkLst>
            <pc:docMk/>
            <pc:sldMk cId="2710788559" sldId="256"/>
            <ac:spMk id="20" creationId="{4734BADF-9461-4621-B112-2D7BABEA7DD0}"/>
          </ac:spMkLst>
        </pc:spChg>
      </pc:sldChg>
      <pc:sldChg chg="addSp modSp mod setBg">
        <pc:chgData name="Inkpen, Chris" userId="b9c5a392-9ca6-4462-b1f1-f8e4ae53d2f1" providerId="ADAL" clId="{515A5152-5CF3-49B4-AED5-89AFC5270471}" dt="2026-07-28T13:04:11.796" v="313" actId="20577"/>
        <pc:sldMkLst>
          <pc:docMk/>
          <pc:sldMk cId="1880395794" sldId="257"/>
        </pc:sldMkLst>
        <pc:spChg chg="mod">
          <ac:chgData name="Inkpen, Chris" userId="b9c5a392-9ca6-4462-b1f1-f8e4ae53d2f1" providerId="ADAL" clId="{515A5152-5CF3-49B4-AED5-89AFC5270471}" dt="2026-07-28T12:30:31.148" v="260" actId="26606"/>
          <ac:spMkLst>
            <pc:docMk/>
            <pc:sldMk cId="1880395794" sldId="257"/>
            <ac:spMk id="2" creationId="{195B8EB0-CC6F-7628-E2BB-3A8922E88657}"/>
          </ac:spMkLst>
        </pc:spChg>
        <pc:spChg chg="mod">
          <ac:chgData name="Inkpen, Chris" userId="b9c5a392-9ca6-4462-b1f1-f8e4ae53d2f1" providerId="ADAL" clId="{515A5152-5CF3-49B4-AED5-89AFC5270471}" dt="2026-07-28T13:04:11.796" v="313" actId="20577"/>
          <ac:spMkLst>
            <pc:docMk/>
            <pc:sldMk cId="1880395794" sldId="257"/>
            <ac:spMk id="3" creationId="{0FBECDE4-A171-FFB7-2C4E-7AE6C150F897}"/>
          </ac:spMkLst>
        </pc:spChg>
        <pc:spChg chg="add">
          <ac:chgData name="Inkpen, Chris" userId="b9c5a392-9ca6-4462-b1f1-f8e4ae53d2f1" providerId="ADAL" clId="{515A5152-5CF3-49B4-AED5-89AFC5270471}" dt="2026-07-28T12:30:31.148" v="260" actId="26606"/>
          <ac:spMkLst>
            <pc:docMk/>
            <pc:sldMk cId="1880395794" sldId="257"/>
            <ac:spMk id="8" creationId="{E8A8EAB8-D2FF-444D-B34B-7D32F106AD0E}"/>
          </ac:spMkLst>
        </pc:spChg>
        <pc:cxnChg chg="add">
          <ac:chgData name="Inkpen, Chris" userId="b9c5a392-9ca6-4462-b1f1-f8e4ae53d2f1" providerId="ADAL" clId="{515A5152-5CF3-49B4-AED5-89AFC5270471}" dt="2026-07-28T12:30:31.148" v="260" actId="26606"/>
          <ac:cxnSpMkLst>
            <pc:docMk/>
            <pc:sldMk cId="1880395794" sldId="257"/>
            <ac:cxnSpMk id="10" creationId="{067633D1-6EE6-4118-B9F0-B363477BEE7A}"/>
          </ac:cxnSpMkLst>
        </pc:cxnChg>
        <pc:cxnChg chg="add">
          <ac:chgData name="Inkpen, Chris" userId="b9c5a392-9ca6-4462-b1f1-f8e4ae53d2f1" providerId="ADAL" clId="{515A5152-5CF3-49B4-AED5-89AFC5270471}" dt="2026-07-28T12:30:31.148" v="260" actId="26606"/>
          <ac:cxnSpMkLst>
            <pc:docMk/>
            <pc:sldMk cId="1880395794" sldId="257"/>
            <ac:cxnSpMk id="12" creationId="{4AD7FFC6-42A9-49CB-B5E9-B3F6B038331B}"/>
          </ac:cxnSpMkLst>
        </pc:cxnChg>
      </pc:sldChg>
      <pc:sldChg chg="addSp modSp mod setBg">
        <pc:chgData name="Inkpen, Chris" userId="b9c5a392-9ca6-4462-b1f1-f8e4ae53d2f1" providerId="ADAL" clId="{515A5152-5CF3-49B4-AED5-89AFC5270471}" dt="2026-07-28T12:31:00.479" v="264" actId="26606"/>
        <pc:sldMkLst>
          <pc:docMk/>
          <pc:sldMk cId="535376530" sldId="258"/>
        </pc:sldMkLst>
        <pc:spChg chg="mod">
          <ac:chgData name="Inkpen, Chris" userId="b9c5a392-9ca6-4462-b1f1-f8e4ae53d2f1" providerId="ADAL" clId="{515A5152-5CF3-49B4-AED5-89AFC5270471}" dt="2026-07-28T12:31:00.479" v="264" actId="26606"/>
          <ac:spMkLst>
            <pc:docMk/>
            <pc:sldMk cId="535376530" sldId="258"/>
            <ac:spMk id="2" creationId="{72F73FA5-085E-46E2-71F6-C0E0B1BAF8C1}"/>
          </ac:spMkLst>
        </pc:spChg>
        <pc:spChg chg="mod">
          <ac:chgData name="Inkpen, Chris" userId="b9c5a392-9ca6-4462-b1f1-f8e4ae53d2f1" providerId="ADAL" clId="{515A5152-5CF3-49B4-AED5-89AFC5270471}" dt="2026-07-28T12:31:00.479" v="264" actId="26606"/>
          <ac:spMkLst>
            <pc:docMk/>
            <pc:sldMk cId="535376530" sldId="258"/>
            <ac:spMk id="3" creationId="{03373723-A1D7-1D3E-4457-050DFD7690A0}"/>
          </ac:spMkLst>
        </pc:spChg>
        <pc:spChg chg="add">
          <ac:chgData name="Inkpen, Chris" userId="b9c5a392-9ca6-4462-b1f1-f8e4ae53d2f1" providerId="ADAL" clId="{515A5152-5CF3-49B4-AED5-89AFC5270471}" dt="2026-07-28T12:31:00.479" v="264" actId="26606"/>
          <ac:spMkLst>
            <pc:docMk/>
            <pc:sldMk cId="535376530" sldId="258"/>
            <ac:spMk id="8" creationId="{09588DA8-065E-4F6F-8EFD-43104AB2E0CF}"/>
          </ac:spMkLst>
        </pc:spChg>
        <pc:spChg chg="add">
          <ac:chgData name="Inkpen, Chris" userId="b9c5a392-9ca6-4462-b1f1-f8e4ae53d2f1" providerId="ADAL" clId="{515A5152-5CF3-49B4-AED5-89AFC5270471}" dt="2026-07-28T12:31:00.479" v="264" actId="26606"/>
          <ac:spMkLst>
            <pc:docMk/>
            <pc:sldMk cId="535376530" sldId="258"/>
            <ac:spMk id="10" creationId="{C4285719-470E-454C-AF62-8323075F1F5B}"/>
          </ac:spMkLst>
        </pc:spChg>
        <pc:spChg chg="add">
          <ac:chgData name="Inkpen, Chris" userId="b9c5a392-9ca6-4462-b1f1-f8e4ae53d2f1" providerId="ADAL" clId="{515A5152-5CF3-49B4-AED5-89AFC5270471}" dt="2026-07-28T12:31:00.479" v="264" actId="26606"/>
          <ac:spMkLst>
            <pc:docMk/>
            <pc:sldMk cId="535376530" sldId="258"/>
            <ac:spMk id="12" creationId="{CD9FE4EF-C4D8-49A0-B2FF-81D8DB7D8A24}"/>
          </ac:spMkLst>
        </pc:spChg>
        <pc:spChg chg="add">
          <ac:chgData name="Inkpen, Chris" userId="b9c5a392-9ca6-4462-b1f1-f8e4ae53d2f1" providerId="ADAL" clId="{515A5152-5CF3-49B4-AED5-89AFC5270471}" dt="2026-07-28T12:31:00.479" v="264" actId="26606"/>
          <ac:spMkLst>
            <pc:docMk/>
            <pc:sldMk cId="535376530" sldId="258"/>
            <ac:spMk id="14" creationId="{4300840D-0A0B-4512-BACA-B439D5B9C57C}"/>
          </ac:spMkLst>
        </pc:spChg>
        <pc:spChg chg="add">
          <ac:chgData name="Inkpen, Chris" userId="b9c5a392-9ca6-4462-b1f1-f8e4ae53d2f1" providerId="ADAL" clId="{515A5152-5CF3-49B4-AED5-89AFC5270471}" dt="2026-07-28T12:31:00.479" v="264" actId="26606"/>
          <ac:spMkLst>
            <pc:docMk/>
            <pc:sldMk cId="535376530" sldId="258"/>
            <ac:spMk id="16" creationId="{D2B78728-A580-49A7-84F9-6EF6F583ADE0}"/>
          </ac:spMkLst>
        </pc:spChg>
        <pc:spChg chg="add">
          <ac:chgData name="Inkpen, Chris" userId="b9c5a392-9ca6-4462-b1f1-f8e4ae53d2f1" providerId="ADAL" clId="{515A5152-5CF3-49B4-AED5-89AFC5270471}" dt="2026-07-28T12:31:00.479" v="264" actId="26606"/>
          <ac:spMkLst>
            <pc:docMk/>
            <pc:sldMk cId="535376530" sldId="258"/>
            <ac:spMk id="18" creationId="{38FAA1A1-D861-433F-88FA-1E9D6FD31D11}"/>
          </ac:spMkLst>
        </pc:spChg>
        <pc:spChg chg="add">
          <ac:chgData name="Inkpen, Chris" userId="b9c5a392-9ca6-4462-b1f1-f8e4ae53d2f1" providerId="ADAL" clId="{515A5152-5CF3-49B4-AED5-89AFC5270471}" dt="2026-07-28T12:31:00.479" v="264" actId="26606"/>
          <ac:spMkLst>
            <pc:docMk/>
            <pc:sldMk cId="535376530" sldId="258"/>
            <ac:spMk id="20" creationId="{8D71EDA1-87BF-4D5D-AB79-F346FD19278A}"/>
          </ac:spMkLst>
        </pc:spChg>
      </pc:sldChg>
      <pc:sldChg chg="addSp modSp mod setBg">
        <pc:chgData name="Inkpen, Chris" userId="b9c5a392-9ca6-4462-b1f1-f8e4ae53d2f1" providerId="ADAL" clId="{515A5152-5CF3-49B4-AED5-89AFC5270471}" dt="2026-07-28T12:30:39.116" v="261" actId="26606"/>
        <pc:sldMkLst>
          <pc:docMk/>
          <pc:sldMk cId="3175316052" sldId="259"/>
        </pc:sldMkLst>
        <pc:spChg chg="mod">
          <ac:chgData name="Inkpen, Chris" userId="b9c5a392-9ca6-4462-b1f1-f8e4ae53d2f1" providerId="ADAL" clId="{515A5152-5CF3-49B4-AED5-89AFC5270471}" dt="2026-07-28T12:30:39.116" v="261" actId="26606"/>
          <ac:spMkLst>
            <pc:docMk/>
            <pc:sldMk cId="3175316052" sldId="259"/>
            <ac:spMk id="2" creationId="{2DB6E566-7F96-F4D0-1DDC-448E8EEA06D2}"/>
          </ac:spMkLst>
        </pc:spChg>
        <pc:spChg chg="mod">
          <ac:chgData name="Inkpen, Chris" userId="b9c5a392-9ca6-4462-b1f1-f8e4ae53d2f1" providerId="ADAL" clId="{515A5152-5CF3-49B4-AED5-89AFC5270471}" dt="2026-07-28T12:30:39.116" v="261" actId="26606"/>
          <ac:spMkLst>
            <pc:docMk/>
            <pc:sldMk cId="3175316052" sldId="259"/>
            <ac:spMk id="3" creationId="{745A6349-F020-F257-9A4D-89A166B076A4}"/>
          </ac:spMkLst>
        </pc:spChg>
        <pc:spChg chg="add">
          <ac:chgData name="Inkpen, Chris" userId="b9c5a392-9ca6-4462-b1f1-f8e4ae53d2f1" providerId="ADAL" clId="{515A5152-5CF3-49B4-AED5-89AFC5270471}" dt="2026-07-28T12:30:39.116" v="261" actId="26606"/>
          <ac:spMkLst>
            <pc:docMk/>
            <pc:sldMk cId="3175316052" sldId="259"/>
            <ac:spMk id="8" creationId="{A7AE9375-4664-4DB2-922D-2782A6E439AC}"/>
          </ac:spMkLst>
        </pc:spChg>
        <pc:spChg chg="add">
          <ac:chgData name="Inkpen, Chris" userId="b9c5a392-9ca6-4462-b1f1-f8e4ae53d2f1" providerId="ADAL" clId="{515A5152-5CF3-49B4-AED5-89AFC5270471}" dt="2026-07-28T12:30:39.116" v="261" actId="26606"/>
          <ac:spMkLst>
            <pc:docMk/>
            <pc:sldMk cId="3175316052" sldId="259"/>
            <ac:spMk id="10" creationId="{C2C57604-0CFD-4023-B9BD-107166A25317}"/>
          </ac:spMkLst>
        </pc:spChg>
      </pc:sldChg>
      <pc:sldChg chg="addSp modSp mod setBg">
        <pc:chgData name="Inkpen, Chris" userId="b9c5a392-9ca6-4462-b1f1-f8e4ae53d2f1" providerId="ADAL" clId="{515A5152-5CF3-49B4-AED5-89AFC5270471}" dt="2026-07-28T12:30:27.199" v="259" actId="26606"/>
        <pc:sldMkLst>
          <pc:docMk/>
          <pc:sldMk cId="3296438266" sldId="260"/>
        </pc:sldMkLst>
        <pc:spChg chg="mod">
          <ac:chgData name="Inkpen, Chris" userId="b9c5a392-9ca6-4462-b1f1-f8e4ae53d2f1" providerId="ADAL" clId="{515A5152-5CF3-49B4-AED5-89AFC5270471}" dt="2026-07-28T12:30:27.199" v="259" actId="26606"/>
          <ac:spMkLst>
            <pc:docMk/>
            <pc:sldMk cId="3296438266" sldId="260"/>
            <ac:spMk id="2" creationId="{74CB3F0E-9D6C-2D7F-3BBD-AC84CCD63C64}"/>
          </ac:spMkLst>
        </pc:spChg>
        <pc:spChg chg="mod">
          <ac:chgData name="Inkpen, Chris" userId="b9c5a392-9ca6-4462-b1f1-f8e4ae53d2f1" providerId="ADAL" clId="{515A5152-5CF3-49B4-AED5-89AFC5270471}" dt="2026-07-28T12:30:27.199" v="259" actId="26606"/>
          <ac:spMkLst>
            <pc:docMk/>
            <pc:sldMk cId="3296438266" sldId="260"/>
            <ac:spMk id="3" creationId="{BC9B2FBC-09D9-B171-6F84-6B817C18340D}"/>
          </ac:spMkLst>
        </pc:spChg>
        <pc:spChg chg="add">
          <ac:chgData name="Inkpen, Chris" userId="b9c5a392-9ca6-4462-b1f1-f8e4ae53d2f1" providerId="ADAL" clId="{515A5152-5CF3-49B4-AED5-89AFC5270471}" dt="2026-07-28T12:30:27.199" v="259" actId="26606"/>
          <ac:spMkLst>
            <pc:docMk/>
            <pc:sldMk cId="3296438266" sldId="260"/>
            <ac:spMk id="8" creationId="{A7AE9375-4664-4DB2-922D-2782A6E439AC}"/>
          </ac:spMkLst>
        </pc:spChg>
        <pc:spChg chg="add">
          <ac:chgData name="Inkpen, Chris" userId="b9c5a392-9ca6-4462-b1f1-f8e4ae53d2f1" providerId="ADAL" clId="{515A5152-5CF3-49B4-AED5-89AFC5270471}" dt="2026-07-28T12:30:27.199" v="259" actId="26606"/>
          <ac:spMkLst>
            <pc:docMk/>
            <pc:sldMk cId="3296438266" sldId="260"/>
            <ac:spMk id="12" creationId="{9DD005C1-8C51-42D6-9BEE-B9B83849743D}"/>
          </ac:spMkLst>
        </pc:spChg>
        <pc:cxnChg chg="add">
          <ac:chgData name="Inkpen, Chris" userId="b9c5a392-9ca6-4462-b1f1-f8e4ae53d2f1" providerId="ADAL" clId="{515A5152-5CF3-49B4-AED5-89AFC5270471}" dt="2026-07-28T12:30:27.199" v="259" actId="26606"/>
          <ac:cxnSpMkLst>
            <pc:docMk/>
            <pc:sldMk cId="3296438266" sldId="260"/>
            <ac:cxnSpMk id="10" creationId="{EE504C98-6397-41C1-A8D8-2D9C4ED307E0}"/>
          </ac:cxnSpMkLst>
        </pc:cxnChg>
      </pc:sldChg>
      <pc:sldChg chg="addSp modSp mod setBg">
        <pc:chgData name="Inkpen, Chris" userId="b9c5a392-9ca6-4462-b1f1-f8e4ae53d2f1" providerId="ADAL" clId="{515A5152-5CF3-49B4-AED5-89AFC5270471}" dt="2026-07-28T12:30:43.715" v="262" actId="26606"/>
        <pc:sldMkLst>
          <pc:docMk/>
          <pc:sldMk cId="956810214" sldId="262"/>
        </pc:sldMkLst>
        <pc:spChg chg="mod">
          <ac:chgData name="Inkpen, Chris" userId="b9c5a392-9ca6-4462-b1f1-f8e4ae53d2f1" providerId="ADAL" clId="{515A5152-5CF3-49B4-AED5-89AFC5270471}" dt="2026-07-28T12:30:43.715" v="262" actId="26606"/>
          <ac:spMkLst>
            <pc:docMk/>
            <pc:sldMk cId="956810214" sldId="262"/>
            <ac:spMk id="2" creationId="{F7E62B96-7C41-873D-2DDD-7DEEA0460971}"/>
          </ac:spMkLst>
        </pc:spChg>
        <pc:spChg chg="mod">
          <ac:chgData name="Inkpen, Chris" userId="b9c5a392-9ca6-4462-b1f1-f8e4ae53d2f1" providerId="ADAL" clId="{515A5152-5CF3-49B4-AED5-89AFC5270471}" dt="2026-07-28T12:30:43.715" v="262" actId="26606"/>
          <ac:spMkLst>
            <pc:docMk/>
            <pc:sldMk cId="956810214" sldId="262"/>
            <ac:spMk id="3" creationId="{66C41A77-6116-DD34-F9A7-A4EE24FCF6E4}"/>
          </ac:spMkLst>
        </pc:spChg>
        <pc:spChg chg="add">
          <ac:chgData name="Inkpen, Chris" userId="b9c5a392-9ca6-4462-b1f1-f8e4ae53d2f1" providerId="ADAL" clId="{515A5152-5CF3-49B4-AED5-89AFC5270471}" dt="2026-07-28T12:30:43.715" v="262" actId="26606"/>
          <ac:spMkLst>
            <pc:docMk/>
            <pc:sldMk cId="956810214" sldId="262"/>
            <ac:spMk id="8" creationId="{09588DA8-065E-4F6F-8EFD-43104AB2E0CF}"/>
          </ac:spMkLst>
        </pc:spChg>
        <pc:spChg chg="add">
          <ac:chgData name="Inkpen, Chris" userId="b9c5a392-9ca6-4462-b1f1-f8e4ae53d2f1" providerId="ADAL" clId="{515A5152-5CF3-49B4-AED5-89AFC5270471}" dt="2026-07-28T12:30:43.715" v="262" actId="26606"/>
          <ac:spMkLst>
            <pc:docMk/>
            <pc:sldMk cId="956810214" sldId="262"/>
            <ac:spMk id="10" creationId="{C4285719-470E-454C-AF62-8323075F1F5B}"/>
          </ac:spMkLst>
        </pc:spChg>
        <pc:spChg chg="add">
          <ac:chgData name="Inkpen, Chris" userId="b9c5a392-9ca6-4462-b1f1-f8e4ae53d2f1" providerId="ADAL" clId="{515A5152-5CF3-49B4-AED5-89AFC5270471}" dt="2026-07-28T12:30:43.715" v="262" actId="26606"/>
          <ac:spMkLst>
            <pc:docMk/>
            <pc:sldMk cId="956810214" sldId="262"/>
            <ac:spMk id="12" creationId="{CD9FE4EF-C4D8-49A0-B2FF-81D8DB7D8A24}"/>
          </ac:spMkLst>
        </pc:spChg>
        <pc:spChg chg="add">
          <ac:chgData name="Inkpen, Chris" userId="b9c5a392-9ca6-4462-b1f1-f8e4ae53d2f1" providerId="ADAL" clId="{515A5152-5CF3-49B4-AED5-89AFC5270471}" dt="2026-07-28T12:30:43.715" v="262" actId="26606"/>
          <ac:spMkLst>
            <pc:docMk/>
            <pc:sldMk cId="956810214" sldId="262"/>
            <ac:spMk id="14" creationId="{4300840D-0A0B-4512-BACA-B439D5B9C57C}"/>
          </ac:spMkLst>
        </pc:spChg>
        <pc:spChg chg="add">
          <ac:chgData name="Inkpen, Chris" userId="b9c5a392-9ca6-4462-b1f1-f8e4ae53d2f1" providerId="ADAL" clId="{515A5152-5CF3-49B4-AED5-89AFC5270471}" dt="2026-07-28T12:30:43.715" v="262" actId="26606"/>
          <ac:spMkLst>
            <pc:docMk/>
            <pc:sldMk cId="956810214" sldId="262"/>
            <ac:spMk id="16" creationId="{D2B78728-A580-49A7-84F9-6EF6F583ADE0}"/>
          </ac:spMkLst>
        </pc:spChg>
        <pc:spChg chg="add">
          <ac:chgData name="Inkpen, Chris" userId="b9c5a392-9ca6-4462-b1f1-f8e4ae53d2f1" providerId="ADAL" clId="{515A5152-5CF3-49B4-AED5-89AFC5270471}" dt="2026-07-28T12:30:43.715" v="262" actId="26606"/>
          <ac:spMkLst>
            <pc:docMk/>
            <pc:sldMk cId="956810214" sldId="262"/>
            <ac:spMk id="18" creationId="{38FAA1A1-D861-433F-88FA-1E9D6FD31D11}"/>
          </ac:spMkLst>
        </pc:spChg>
        <pc:spChg chg="add">
          <ac:chgData name="Inkpen, Chris" userId="b9c5a392-9ca6-4462-b1f1-f8e4ae53d2f1" providerId="ADAL" clId="{515A5152-5CF3-49B4-AED5-89AFC5270471}" dt="2026-07-28T12:30:43.715" v="262" actId="26606"/>
          <ac:spMkLst>
            <pc:docMk/>
            <pc:sldMk cId="956810214" sldId="262"/>
            <ac:spMk id="20" creationId="{8D71EDA1-87BF-4D5D-AB79-F346FD19278A}"/>
          </ac:spMkLst>
        </pc:spChg>
      </pc:sldChg>
      <pc:sldChg chg="addSp modSp mod setBg">
        <pc:chgData name="Inkpen, Chris" userId="b9c5a392-9ca6-4462-b1f1-f8e4ae53d2f1" providerId="ADAL" clId="{515A5152-5CF3-49B4-AED5-89AFC5270471}" dt="2026-07-28T12:30:54.720" v="263" actId="26606"/>
        <pc:sldMkLst>
          <pc:docMk/>
          <pc:sldMk cId="396267004" sldId="263"/>
        </pc:sldMkLst>
        <pc:spChg chg="mod">
          <ac:chgData name="Inkpen, Chris" userId="b9c5a392-9ca6-4462-b1f1-f8e4ae53d2f1" providerId="ADAL" clId="{515A5152-5CF3-49B4-AED5-89AFC5270471}" dt="2026-07-28T12:30:54.720" v="263" actId="26606"/>
          <ac:spMkLst>
            <pc:docMk/>
            <pc:sldMk cId="396267004" sldId="263"/>
            <ac:spMk id="2" creationId="{2B098B6D-F590-3203-4D0C-383F73EABCC2}"/>
          </ac:spMkLst>
        </pc:spChg>
        <pc:spChg chg="add">
          <ac:chgData name="Inkpen, Chris" userId="b9c5a392-9ca6-4462-b1f1-f8e4ae53d2f1" providerId="ADAL" clId="{515A5152-5CF3-49B4-AED5-89AFC5270471}" dt="2026-07-28T12:30:54.720" v="263" actId="26606"/>
          <ac:spMkLst>
            <pc:docMk/>
            <pc:sldMk cId="396267004" sldId="263"/>
            <ac:spMk id="14" creationId="{A8384FB5-9ADC-4DDC-881B-597D56F5B15D}"/>
          </ac:spMkLst>
        </pc:spChg>
        <pc:spChg chg="add">
          <ac:chgData name="Inkpen, Chris" userId="b9c5a392-9ca6-4462-b1f1-f8e4ae53d2f1" providerId="ADAL" clId="{515A5152-5CF3-49B4-AED5-89AFC5270471}" dt="2026-07-28T12:30:54.720" v="263" actId="26606"/>
          <ac:spMkLst>
            <pc:docMk/>
            <pc:sldMk cId="396267004" sldId="263"/>
            <ac:spMk id="16" creationId="{91E5A9A7-95C6-4F4F-B00E-C82E07FE62EF}"/>
          </ac:spMkLst>
        </pc:spChg>
        <pc:spChg chg="add">
          <ac:chgData name="Inkpen, Chris" userId="b9c5a392-9ca6-4462-b1f1-f8e4ae53d2f1" providerId="ADAL" clId="{515A5152-5CF3-49B4-AED5-89AFC5270471}" dt="2026-07-28T12:30:54.720" v="263" actId="26606"/>
          <ac:spMkLst>
            <pc:docMk/>
            <pc:sldMk cId="396267004" sldId="263"/>
            <ac:spMk id="18" creationId="{D07DD2DE-F619-49DD-B5E7-03A290FF4ED1}"/>
          </ac:spMkLst>
        </pc:spChg>
        <pc:spChg chg="add">
          <ac:chgData name="Inkpen, Chris" userId="b9c5a392-9ca6-4462-b1f1-f8e4ae53d2f1" providerId="ADAL" clId="{515A5152-5CF3-49B4-AED5-89AFC5270471}" dt="2026-07-28T12:30:54.720" v="263" actId="26606"/>
          <ac:spMkLst>
            <pc:docMk/>
            <pc:sldMk cId="396267004" sldId="263"/>
            <ac:spMk id="20" creationId="{85149191-5F60-4A28-AAFF-039F96B0F3EC}"/>
          </ac:spMkLst>
        </pc:spChg>
        <pc:spChg chg="add">
          <ac:chgData name="Inkpen, Chris" userId="b9c5a392-9ca6-4462-b1f1-f8e4ae53d2f1" providerId="ADAL" clId="{515A5152-5CF3-49B4-AED5-89AFC5270471}" dt="2026-07-28T12:30:54.720" v="263" actId="26606"/>
          <ac:spMkLst>
            <pc:docMk/>
            <pc:sldMk cId="396267004" sldId="263"/>
            <ac:spMk id="22" creationId="{F8260ED5-17F7-4158-B241-D51DD4CF1B7E}"/>
          </ac:spMkLst>
        </pc:spChg>
        <pc:picChg chg="mod">
          <ac:chgData name="Inkpen, Chris" userId="b9c5a392-9ca6-4462-b1f1-f8e4ae53d2f1" providerId="ADAL" clId="{515A5152-5CF3-49B4-AED5-89AFC5270471}" dt="2026-07-28T12:30:54.720" v="263" actId="26606"/>
          <ac:picMkLst>
            <pc:docMk/>
            <pc:sldMk cId="396267004" sldId="263"/>
            <ac:picMk id="9" creationId="{188C1A33-2EF6-A80D-28F8-D5A5AACC1DC4}"/>
          </ac:picMkLst>
        </pc:picChg>
      </pc:sldChg>
      <pc:sldChg chg="addSp delSp modSp new mod">
        <pc:chgData name="Inkpen, Chris" userId="b9c5a392-9ca6-4462-b1f1-f8e4ae53d2f1" providerId="ADAL" clId="{515A5152-5CF3-49B4-AED5-89AFC5270471}" dt="2026-07-24T09:57:03.627" v="104" actId="20577"/>
        <pc:sldMkLst>
          <pc:docMk/>
          <pc:sldMk cId="3223123334" sldId="265"/>
        </pc:sldMkLst>
        <pc:spChg chg="mod">
          <ac:chgData name="Inkpen, Chris" userId="b9c5a392-9ca6-4462-b1f1-f8e4ae53d2f1" providerId="ADAL" clId="{515A5152-5CF3-49B4-AED5-89AFC5270471}" dt="2026-07-24T09:57:03.627" v="104" actId="20577"/>
          <ac:spMkLst>
            <pc:docMk/>
            <pc:sldMk cId="3223123334" sldId="265"/>
            <ac:spMk id="2" creationId="{0A2DF848-B47F-8907-5BB6-A6F4EB897C86}"/>
          </ac:spMkLst>
        </pc:spChg>
        <pc:spChg chg="add">
          <ac:chgData name="Inkpen, Chris" userId="b9c5a392-9ca6-4462-b1f1-f8e4ae53d2f1" providerId="ADAL" clId="{515A5152-5CF3-49B4-AED5-89AFC5270471}" dt="2026-07-24T09:56:04.534" v="83"/>
          <ac:spMkLst>
            <pc:docMk/>
            <pc:sldMk cId="3223123334" sldId="265"/>
            <ac:spMk id="5" creationId="{A7016189-7F61-1620-07E9-E026B6966CE0}"/>
          </ac:spMkLst>
        </pc:spChg>
        <pc:spChg chg="add">
          <ac:chgData name="Inkpen, Chris" userId="b9c5a392-9ca6-4462-b1f1-f8e4ae53d2f1" providerId="ADAL" clId="{515A5152-5CF3-49B4-AED5-89AFC5270471}" dt="2026-07-24T09:56:04.534" v="83"/>
          <ac:spMkLst>
            <pc:docMk/>
            <pc:sldMk cId="3223123334" sldId="265"/>
            <ac:spMk id="6" creationId="{31A5634E-1E75-CD20-D71A-B8809B67AAA6}"/>
          </ac:spMkLst>
        </pc:spChg>
        <pc:spChg chg="add">
          <ac:chgData name="Inkpen, Chris" userId="b9c5a392-9ca6-4462-b1f1-f8e4ae53d2f1" providerId="ADAL" clId="{515A5152-5CF3-49B4-AED5-89AFC5270471}" dt="2026-07-24T09:56:04.534" v="83"/>
          <ac:spMkLst>
            <pc:docMk/>
            <pc:sldMk cId="3223123334" sldId="265"/>
            <ac:spMk id="7" creationId="{C38C78C7-A47A-64B8-E1C9-689F57FC71CE}"/>
          </ac:spMkLst>
        </pc:spChg>
        <pc:picChg chg="add mod">
          <ac:chgData name="Inkpen, Chris" userId="b9c5a392-9ca6-4462-b1f1-f8e4ae53d2f1" providerId="ADAL" clId="{515A5152-5CF3-49B4-AED5-89AFC5270471}" dt="2026-07-24T09:56:31.804" v="88" actId="22"/>
          <ac:picMkLst>
            <pc:docMk/>
            <pc:sldMk cId="3223123334" sldId="265"/>
            <ac:picMk id="9" creationId="{D2B625CF-AF6F-3E6E-B465-910926A35BA5}"/>
          </ac:picMkLst>
        </pc:picChg>
      </pc:sldChg>
      <pc:sldChg chg="addSp delSp modSp new mod">
        <pc:chgData name="Inkpen, Chris" userId="b9c5a392-9ca6-4462-b1f1-f8e4ae53d2f1" providerId="ADAL" clId="{515A5152-5CF3-49B4-AED5-89AFC5270471}" dt="2026-07-24T09:56:26.602" v="86" actId="22"/>
        <pc:sldMkLst>
          <pc:docMk/>
          <pc:sldMk cId="447875857" sldId="266"/>
        </pc:sldMkLst>
        <pc:picChg chg="add mod">
          <ac:chgData name="Inkpen, Chris" userId="b9c5a392-9ca6-4462-b1f1-f8e4ae53d2f1" providerId="ADAL" clId="{515A5152-5CF3-49B4-AED5-89AFC5270471}" dt="2026-07-24T09:56:26.602" v="86" actId="22"/>
          <ac:picMkLst>
            <pc:docMk/>
            <pc:sldMk cId="447875857" sldId="266"/>
            <ac:picMk id="5" creationId="{96C1198E-2130-A9C3-25B6-2832F3B761E5}"/>
          </ac:picMkLst>
        </pc:picChg>
      </pc:sldChg>
      <pc:sldChg chg="addSp delSp modSp new mod">
        <pc:chgData name="Inkpen, Chris" userId="b9c5a392-9ca6-4462-b1f1-f8e4ae53d2f1" providerId="ADAL" clId="{515A5152-5CF3-49B4-AED5-89AFC5270471}" dt="2026-07-24T09:56:46.065" v="91" actId="22"/>
        <pc:sldMkLst>
          <pc:docMk/>
          <pc:sldMk cId="3928024584" sldId="267"/>
        </pc:sldMkLst>
        <pc:picChg chg="add mod">
          <ac:chgData name="Inkpen, Chris" userId="b9c5a392-9ca6-4462-b1f1-f8e4ae53d2f1" providerId="ADAL" clId="{515A5152-5CF3-49B4-AED5-89AFC5270471}" dt="2026-07-24T09:56:46.065" v="91" actId="22"/>
          <ac:picMkLst>
            <pc:docMk/>
            <pc:sldMk cId="3928024584" sldId="267"/>
            <ac:picMk id="5" creationId="{88C06C8C-EF4A-90BE-115B-EBC99FAACA6C}"/>
          </ac:picMkLst>
        </pc:picChg>
      </pc:sldChg>
      <pc:sldChg chg="addSp modSp new mod setBg">
        <pc:chgData name="Inkpen, Chris" userId="b9c5a392-9ca6-4462-b1f1-f8e4ae53d2f1" providerId="ADAL" clId="{515A5152-5CF3-49B4-AED5-89AFC5270471}" dt="2026-07-28T12:31:08.097" v="265" actId="26606"/>
        <pc:sldMkLst>
          <pc:docMk/>
          <pc:sldMk cId="2992294496" sldId="268"/>
        </pc:sldMkLst>
        <pc:spChg chg="mod">
          <ac:chgData name="Inkpen, Chris" userId="b9c5a392-9ca6-4462-b1f1-f8e4ae53d2f1" providerId="ADAL" clId="{515A5152-5CF3-49B4-AED5-89AFC5270471}" dt="2026-07-28T12:31:08.097" v="265" actId="26606"/>
          <ac:spMkLst>
            <pc:docMk/>
            <pc:sldMk cId="2992294496" sldId="268"/>
            <ac:spMk id="2" creationId="{BEAE1DFB-BAA9-9F3A-40EE-365C04753C89}"/>
          </ac:spMkLst>
        </pc:spChg>
        <pc:spChg chg="mod">
          <ac:chgData name="Inkpen, Chris" userId="b9c5a392-9ca6-4462-b1f1-f8e4ae53d2f1" providerId="ADAL" clId="{515A5152-5CF3-49B4-AED5-89AFC5270471}" dt="2026-07-28T12:31:08.097" v="265" actId="26606"/>
          <ac:spMkLst>
            <pc:docMk/>
            <pc:sldMk cId="2992294496" sldId="268"/>
            <ac:spMk id="3" creationId="{FFB8FE08-6EAA-0755-E53D-B77F553C8C37}"/>
          </ac:spMkLst>
        </pc:spChg>
        <pc:spChg chg="add">
          <ac:chgData name="Inkpen, Chris" userId="b9c5a392-9ca6-4462-b1f1-f8e4ae53d2f1" providerId="ADAL" clId="{515A5152-5CF3-49B4-AED5-89AFC5270471}" dt="2026-07-28T12:31:08.097" v="265" actId="26606"/>
          <ac:spMkLst>
            <pc:docMk/>
            <pc:sldMk cId="2992294496" sldId="268"/>
            <ac:spMk id="8" creationId="{1B15ED52-F352-441B-82BF-E0EA34836D08}"/>
          </ac:spMkLst>
        </pc:spChg>
        <pc:spChg chg="add">
          <ac:chgData name="Inkpen, Chris" userId="b9c5a392-9ca6-4462-b1f1-f8e4ae53d2f1" providerId="ADAL" clId="{515A5152-5CF3-49B4-AED5-89AFC5270471}" dt="2026-07-28T12:31:08.097" v="265" actId="26606"/>
          <ac:spMkLst>
            <pc:docMk/>
            <pc:sldMk cId="2992294496" sldId="268"/>
            <ac:spMk id="10" creationId="{3B2E3793-BFE6-45A2-9B7B-E18844431C99}"/>
          </ac:spMkLst>
        </pc:spChg>
        <pc:spChg chg="add">
          <ac:chgData name="Inkpen, Chris" userId="b9c5a392-9ca6-4462-b1f1-f8e4ae53d2f1" providerId="ADAL" clId="{515A5152-5CF3-49B4-AED5-89AFC5270471}" dt="2026-07-28T12:31:08.097" v="265" actId="26606"/>
          <ac:spMkLst>
            <pc:docMk/>
            <pc:sldMk cId="2992294496" sldId="268"/>
            <ac:spMk id="12" creationId="{BC4C4868-CB8F-4AF9-9CDB-8108F2C19B67}"/>
          </ac:spMkLst>
        </pc:spChg>
        <pc:spChg chg="add">
          <ac:chgData name="Inkpen, Chris" userId="b9c5a392-9ca6-4462-b1f1-f8e4ae53d2f1" providerId="ADAL" clId="{515A5152-5CF3-49B4-AED5-89AFC5270471}" dt="2026-07-28T12:31:08.097" v="265" actId="26606"/>
          <ac:spMkLst>
            <pc:docMk/>
            <pc:sldMk cId="2992294496" sldId="268"/>
            <ac:spMk id="14" creationId="{375E0459-6403-40CD-989D-56A4407CA12E}"/>
          </ac:spMkLst>
        </pc:spChg>
        <pc:spChg chg="add">
          <ac:chgData name="Inkpen, Chris" userId="b9c5a392-9ca6-4462-b1f1-f8e4ae53d2f1" providerId="ADAL" clId="{515A5152-5CF3-49B4-AED5-89AFC5270471}" dt="2026-07-28T12:31:08.097" v="265" actId="26606"/>
          <ac:spMkLst>
            <pc:docMk/>
            <pc:sldMk cId="2992294496" sldId="268"/>
            <ac:spMk id="16" creationId="{53E5B1A8-3AC9-4BD1-9BBC-78CA94F2D1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EE8EF2-3CE0-46AB-87B3-D485CB334149}"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829FD8-A9F6-4942-BD90-500C6EC62515}" type="slidenum">
              <a:rPr lang="en-US" smtClean="0"/>
              <a:t>‹#›</a:t>
            </a:fld>
            <a:endParaRPr lang="en-US"/>
          </a:p>
        </p:txBody>
      </p:sp>
    </p:spTree>
    <p:extLst>
      <p:ext uri="{BB962C8B-B14F-4D97-AF65-F5344CB8AC3E}">
        <p14:creationId xmlns:p14="http://schemas.microsoft.com/office/powerpoint/2010/main" val="712696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5b6%5d" TargetMode="External"/><Relationship Id="rId3" Type="http://schemas.openxmlformats.org/officeDocument/2006/relationships/hyperlink" Target="%5b1%5d" TargetMode="External"/><Relationship Id="rId7" Type="http://schemas.openxmlformats.org/officeDocument/2006/relationships/hyperlink" Target="%5b5%5d"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5b4%5d" TargetMode="External"/><Relationship Id="rId5" Type="http://schemas.openxmlformats.org/officeDocument/2006/relationships/hyperlink" Target="%5b3%5d" TargetMode="External"/><Relationship Id="rId10" Type="http://schemas.openxmlformats.org/officeDocument/2006/relationships/hyperlink" Target="%5b8%5d" TargetMode="External"/><Relationship Id="rId4" Type="http://schemas.openxmlformats.org/officeDocument/2006/relationships/hyperlink" Target="%5b2%5d" TargetMode="External"/><Relationship Id="rId9" Type="http://schemas.openxmlformats.org/officeDocument/2006/relationships/hyperlink" Target="%5b7%5d"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document specifies the mechanical and Building Management System (BMS) requirements for a six-level building, detailing equipment, spatial types, HVAC strategies, and mapped BMS points for automated schematic generation.</a:t>
            </a: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Building Levels and Functions:</a:t>
            </a:r>
            <a:r>
              <a:rPr lang="en-US" sz="1200" kern="1200" dirty="0">
                <a:solidFill>
                  <a:schemeClr val="tx1"/>
                </a:solidFill>
                <a:effectLst/>
                <a:latin typeface="+mn-lt"/>
                <a:ea typeface="+mn-ea"/>
                <a:cs typeface="+mn-cs"/>
              </a:rPr>
              <a:t> The building includes a lower level boiler room, ground through fourth floors with varied uses such as retail, offices, clinical labs, executive suites, and a roof equipment room, each with specific HVAC strategies and spatial types. </a:t>
            </a:r>
            <a:r>
              <a:rPr lang="en-US" sz="1200" kern="1200" dirty="0">
                <a:solidFill>
                  <a:schemeClr val="tx1"/>
                </a:solidFill>
                <a:effectLst/>
                <a:latin typeface="+mn-lt"/>
                <a:ea typeface="+mn-ea"/>
                <a:cs typeface="+mn-cs"/>
                <a:hlinkClick r:id="rId3"/>
              </a:rPr>
              <a:t>[1]</a:t>
            </a:r>
            <a:r>
              <a:rPr lang="en-US"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hlinkClick r:id="rId4"/>
              </a:rPr>
              <a:t>[2]</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Lower Level Boiler Room:</a:t>
            </a:r>
            <a:r>
              <a:rPr lang="en-US" sz="1200" kern="1200" dirty="0">
                <a:solidFill>
                  <a:schemeClr val="tx1"/>
                </a:solidFill>
                <a:effectLst/>
                <a:latin typeface="+mn-lt"/>
                <a:ea typeface="+mn-ea"/>
                <a:cs typeface="+mn-cs"/>
              </a:rPr>
              <a:t> Contains two condensing LTHW gas boilers in a lead/lag setup, variable speed primary circulation pumps, a </a:t>
            </a:r>
            <a:r>
              <a:rPr lang="en-US" sz="1200" kern="1200" dirty="0" err="1">
                <a:solidFill>
                  <a:schemeClr val="tx1"/>
                </a:solidFill>
                <a:effectLst/>
                <a:latin typeface="+mn-lt"/>
                <a:ea typeface="+mn-ea"/>
                <a:cs typeface="+mn-cs"/>
              </a:rPr>
              <a:t>pressurisation</a:t>
            </a:r>
            <a:r>
              <a:rPr lang="en-US" sz="1200" kern="1200" dirty="0">
                <a:solidFill>
                  <a:schemeClr val="tx1"/>
                </a:solidFill>
                <a:effectLst/>
                <a:latin typeface="+mn-lt"/>
                <a:ea typeface="+mn-ea"/>
                <a:cs typeface="+mn-cs"/>
              </a:rPr>
              <a:t> unit with expansion vessel, and gas safety valve, controlled by VC-PLANT-BOILER with mapped BMS </a:t>
            </a:r>
            <a:r>
              <a:rPr lang="en-US" sz="1200" kern="1200" dirty="0" err="1">
                <a:solidFill>
                  <a:schemeClr val="tx1"/>
                </a:solidFill>
                <a:effectLst/>
                <a:latin typeface="+mn-lt"/>
                <a:ea typeface="+mn-ea"/>
                <a:cs typeface="+mn-cs"/>
              </a:rPr>
              <a:t>pointsfor</a:t>
            </a:r>
            <a:r>
              <a:rPr lang="en-US" sz="1200" kern="1200" dirty="0">
                <a:solidFill>
                  <a:schemeClr val="tx1"/>
                </a:solidFill>
                <a:effectLst/>
                <a:latin typeface="+mn-lt"/>
                <a:ea typeface="+mn-ea"/>
                <a:cs typeface="+mn-cs"/>
              </a:rPr>
              <a:t> status, firing commands, temperatures, and pump speeds. </a:t>
            </a:r>
            <a:r>
              <a:rPr lang="en-US" sz="1200" kern="1200" dirty="0">
                <a:solidFill>
                  <a:schemeClr val="tx1"/>
                </a:solidFill>
                <a:effectLst/>
                <a:latin typeface="+mn-lt"/>
                <a:ea typeface="+mn-ea"/>
                <a:cs typeface="+mn-cs"/>
                <a:hlinkClick r:id="rId5"/>
              </a:rPr>
              <a:t>[3]</a:t>
            </a:r>
            <a:r>
              <a:rPr lang="en-US"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hlinkClick r:id="rId6"/>
              </a:rPr>
              <a:t>[4]</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Floor-specific Mechanical Systems:</a:t>
            </a:r>
            <a:r>
              <a:rPr lang="en-US" sz="1200" kern="1200" dirty="0">
                <a:solidFill>
                  <a:schemeClr val="tx1"/>
                </a:solidFill>
                <a:effectLst/>
                <a:latin typeface="+mn-lt"/>
                <a:ea typeface="+mn-ea"/>
                <a:cs typeface="+mn-cs"/>
              </a:rPr>
              <a:t> Each floor has tailored HVAC equipment and BMS controls including fan coil units and kitchen exhaust on Floor 1, VAV terminals with LTHW reheat on Floor 2, active pressure control and chilled beams on Floor 3, and active chilled beams plus acoustic VAVs on Floor 4, each managed by dedicated virtual controllers with specified BMS points. </a:t>
            </a:r>
            <a:r>
              <a:rPr lang="en-US" sz="1200" kern="1200" dirty="0">
                <a:solidFill>
                  <a:schemeClr val="tx1"/>
                </a:solidFill>
                <a:effectLst/>
                <a:latin typeface="+mn-lt"/>
                <a:ea typeface="+mn-ea"/>
                <a:cs typeface="+mn-cs"/>
                <a:hlinkClick r:id="rId7"/>
              </a:rPr>
              <a:t>[5]</a:t>
            </a:r>
            <a:r>
              <a:rPr lang="en-US"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hlinkClick r:id="rId8"/>
              </a:rPr>
              <a:t>[6]</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Roof Level Equipment:</a:t>
            </a:r>
            <a:r>
              <a:rPr lang="en-US" sz="1200" kern="1200" dirty="0">
                <a:solidFill>
                  <a:schemeClr val="tx1"/>
                </a:solidFill>
                <a:effectLst/>
                <a:latin typeface="+mn-lt"/>
                <a:ea typeface="+mn-ea"/>
                <a:cs typeface="+mn-cs"/>
              </a:rPr>
              <a:t> Houses central air handling units, an air-cooled chiller, and exhaust fans for lab and toilet extract, controlled by VC-PLANT-AHU with BMS points monitoring fan speeds, </a:t>
            </a:r>
            <a:r>
              <a:rPr lang="en-US" sz="1200" kern="1200" dirty="0" err="1">
                <a:solidFill>
                  <a:schemeClr val="tx1"/>
                </a:solidFill>
                <a:effectLst/>
                <a:latin typeface="+mn-lt"/>
                <a:ea typeface="+mn-ea"/>
                <a:cs typeface="+mn-cs"/>
              </a:rPr>
              <a:t>filterdifferentials</a:t>
            </a:r>
            <a:r>
              <a:rPr lang="en-US" sz="1200" kern="1200" dirty="0">
                <a:solidFill>
                  <a:schemeClr val="tx1"/>
                </a:solidFill>
                <a:effectLst/>
                <a:latin typeface="+mn-lt"/>
                <a:ea typeface="+mn-ea"/>
                <a:cs typeface="+mn-cs"/>
              </a:rPr>
              <a:t>, chilled water temperatures, and exhaust statuses. </a:t>
            </a:r>
            <a:r>
              <a:rPr lang="en-US" sz="1200" kern="1200" dirty="0">
                <a:solidFill>
                  <a:schemeClr val="tx1"/>
                </a:solidFill>
                <a:effectLst/>
                <a:latin typeface="+mn-lt"/>
                <a:ea typeface="+mn-ea"/>
                <a:cs typeface="+mn-cs"/>
                <a:hlinkClick r:id="rId9"/>
              </a:rPr>
              <a:t>[7]</a:t>
            </a:r>
            <a:r>
              <a:rPr lang="en-US"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hlinkClick r:id="rId10"/>
              </a:rPr>
              <a:t>[8]</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1829FD8-A9F6-4942-BD90-500C6EC62515}" type="slidenum">
              <a:rPr lang="en-US" smtClean="0"/>
              <a:t>4</a:t>
            </a:fld>
            <a:endParaRPr lang="en-US"/>
          </a:p>
        </p:txBody>
      </p:sp>
    </p:spTree>
    <p:extLst>
      <p:ext uri="{BB962C8B-B14F-4D97-AF65-F5344CB8AC3E}">
        <p14:creationId xmlns:p14="http://schemas.microsoft.com/office/powerpoint/2010/main" val="2443796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CFFBD-EF63-EA2B-C583-810D0E9692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701D5D-14B3-7782-93D3-8CE621C3DE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170ADF-9CC7-2CFC-2140-CD878138F03D}"/>
              </a:ext>
            </a:extLst>
          </p:cNvPr>
          <p:cNvSpPr>
            <a:spLocks noGrp="1"/>
          </p:cNvSpPr>
          <p:nvPr>
            <p:ph type="dt" sz="half" idx="10"/>
          </p:nvPr>
        </p:nvSpPr>
        <p:spPr/>
        <p:txBody>
          <a:bodyPr/>
          <a:lstStyle/>
          <a:p>
            <a:fld id="{567270D8-9574-427D-A419-0A1FE7101EBF}" type="datetimeFigureOut">
              <a:rPr lang="en-US" smtClean="0"/>
              <a:t>7/28/2026</a:t>
            </a:fld>
            <a:endParaRPr lang="en-US"/>
          </a:p>
        </p:txBody>
      </p:sp>
      <p:sp>
        <p:nvSpPr>
          <p:cNvPr id="5" name="Footer Placeholder 4">
            <a:extLst>
              <a:ext uri="{FF2B5EF4-FFF2-40B4-BE49-F238E27FC236}">
                <a16:creationId xmlns:a16="http://schemas.microsoft.com/office/drawing/2014/main" id="{174280BA-A742-20BE-54F3-2750620914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937ACC-27A7-34A2-647A-939305995ADD}"/>
              </a:ext>
            </a:extLst>
          </p:cNvPr>
          <p:cNvSpPr>
            <a:spLocks noGrp="1"/>
          </p:cNvSpPr>
          <p:nvPr>
            <p:ph type="sldNum" sz="quarter" idx="12"/>
          </p:nvPr>
        </p:nvSpPr>
        <p:spPr/>
        <p:txBody>
          <a:bodyPr/>
          <a:lstStyle/>
          <a:p>
            <a:fld id="{5805FA81-729A-42E9-BF09-0A2232C48156}" type="slidenum">
              <a:rPr lang="en-US" smtClean="0"/>
              <a:t>‹#›</a:t>
            </a:fld>
            <a:endParaRPr lang="en-US"/>
          </a:p>
        </p:txBody>
      </p:sp>
    </p:spTree>
    <p:extLst>
      <p:ext uri="{BB962C8B-B14F-4D97-AF65-F5344CB8AC3E}">
        <p14:creationId xmlns:p14="http://schemas.microsoft.com/office/powerpoint/2010/main" val="3389126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EF912-F336-79B3-2B51-972D233E24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E9935C-D795-08E2-79F9-434382B48A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AE2D2D-6BDA-5C8A-D7B1-C5B1F7FDBD74}"/>
              </a:ext>
            </a:extLst>
          </p:cNvPr>
          <p:cNvSpPr>
            <a:spLocks noGrp="1"/>
          </p:cNvSpPr>
          <p:nvPr>
            <p:ph type="dt" sz="half" idx="10"/>
          </p:nvPr>
        </p:nvSpPr>
        <p:spPr/>
        <p:txBody>
          <a:bodyPr/>
          <a:lstStyle/>
          <a:p>
            <a:fld id="{567270D8-9574-427D-A419-0A1FE7101EBF}" type="datetimeFigureOut">
              <a:rPr lang="en-US" smtClean="0"/>
              <a:t>7/28/2026</a:t>
            </a:fld>
            <a:endParaRPr lang="en-US"/>
          </a:p>
        </p:txBody>
      </p:sp>
      <p:sp>
        <p:nvSpPr>
          <p:cNvPr id="5" name="Footer Placeholder 4">
            <a:extLst>
              <a:ext uri="{FF2B5EF4-FFF2-40B4-BE49-F238E27FC236}">
                <a16:creationId xmlns:a16="http://schemas.microsoft.com/office/drawing/2014/main" id="{3CC0F775-D8B8-7311-033E-20280A534E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0D9431-3105-8C38-E4C7-3EB5A8850138}"/>
              </a:ext>
            </a:extLst>
          </p:cNvPr>
          <p:cNvSpPr>
            <a:spLocks noGrp="1"/>
          </p:cNvSpPr>
          <p:nvPr>
            <p:ph type="sldNum" sz="quarter" idx="12"/>
          </p:nvPr>
        </p:nvSpPr>
        <p:spPr/>
        <p:txBody>
          <a:bodyPr/>
          <a:lstStyle/>
          <a:p>
            <a:fld id="{5805FA81-729A-42E9-BF09-0A2232C48156}" type="slidenum">
              <a:rPr lang="en-US" smtClean="0"/>
              <a:t>‹#›</a:t>
            </a:fld>
            <a:endParaRPr lang="en-US"/>
          </a:p>
        </p:txBody>
      </p:sp>
    </p:spTree>
    <p:extLst>
      <p:ext uri="{BB962C8B-B14F-4D97-AF65-F5344CB8AC3E}">
        <p14:creationId xmlns:p14="http://schemas.microsoft.com/office/powerpoint/2010/main" val="409532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8B1A7-7E74-64D7-9425-077FA68D46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966C98-EC0C-B5BA-6E55-3EDB991B93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306840-C12A-6001-4F1E-B1F52962F046}"/>
              </a:ext>
            </a:extLst>
          </p:cNvPr>
          <p:cNvSpPr>
            <a:spLocks noGrp="1"/>
          </p:cNvSpPr>
          <p:nvPr>
            <p:ph type="dt" sz="half" idx="10"/>
          </p:nvPr>
        </p:nvSpPr>
        <p:spPr/>
        <p:txBody>
          <a:bodyPr/>
          <a:lstStyle/>
          <a:p>
            <a:fld id="{567270D8-9574-427D-A419-0A1FE7101EBF}" type="datetimeFigureOut">
              <a:rPr lang="en-US" smtClean="0"/>
              <a:t>7/28/2026</a:t>
            </a:fld>
            <a:endParaRPr lang="en-US"/>
          </a:p>
        </p:txBody>
      </p:sp>
      <p:sp>
        <p:nvSpPr>
          <p:cNvPr id="5" name="Footer Placeholder 4">
            <a:extLst>
              <a:ext uri="{FF2B5EF4-FFF2-40B4-BE49-F238E27FC236}">
                <a16:creationId xmlns:a16="http://schemas.microsoft.com/office/drawing/2014/main" id="{DA5A3D48-EB74-7A65-857C-E28E91CAC9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4602B-ABB9-7B30-262D-E6D66BEBD7CA}"/>
              </a:ext>
            </a:extLst>
          </p:cNvPr>
          <p:cNvSpPr>
            <a:spLocks noGrp="1"/>
          </p:cNvSpPr>
          <p:nvPr>
            <p:ph type="sldNum" sz="quarter" idx="12"/>
          </p:nvPr>
        </p:nvSpPr>
        <p:spPr/>
        <p:txBody>
          <a:bodyPr/>
          <a:lstStyle/>
          <a:p>
            <a:fld id="{5805FA81-729A-42E9-BF09-0A2232C48156}" type="slidenum">
              <a:rPr lang="en-US" smtClean="0"/>
              <a:t>‹#›</a:t>
            </a:fld>
            <a:endParaRPr lang="en-US"/>
          </a:p>
        </p:txBody>
      </p:sp>
    </p:spTree>
    <p:extLst>
      <p:ext uri="{BB962C8B-B14F-4D97-AF65-F5344CB8AC3E}">
        <p14:creationId xmlns:p14="http://schemas.microsoft.com/office/powerpoint/2010/main" val="1477465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7DF16-7ADA-EF9E-09C5-365659B940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89298E-C2C8-B8E2-7ED7-FF1D3C94A2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E3DEDA-5A15-11F7-CBF4-737B4572A5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0EB6A3-EC09-FA61-BA48-CD91E1D31036}"/>
              </a:ext>
            </a:extLst>
          </p:cNvPr>
          <p:cNvSpPr>
            <a:spLocks noGrp="1"/>
          </p:cNvSpPr>
          <p:nvPr>
            <p:ph type="dt" sz="half" idx="10"/>
          </p:nvPr>
        </p:nvSpPr>
        <p:spPr/>
        <p:txBody>
          <a:bodyPr/>
          <a:lstStyle/>
          <a:p>
            <a:fld id="{567270D8-9574-427D-A419-0A1FE7101EBF}" type="datetimeFigureOut">
              <a:rPr lang="en-US" smtClean="0"/>
              <a:t>7/28/2026</a:t>
            </a:fld>
            <a:endParaRPr lang="en-US"/>
          </a:p>
        </p:txBody>
      </p:sp>
      <p:sp>
        <p:nvSpPr>
          <p:cNvPr id="6" name="Footer Placeholder 5">
            <a:extLst>
              <a:ext uri="{FF2B5EF4-FFF2-40B4-BE49-F238E27FC236}">
                <a16:creationId xmlns:a16="http://schemas.microsoft.com/office/drawing/2014/main" id="{2030A477-D50D-61E4-951F-27FC54A9B3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F9A484-64A8-A15B-CB34-1E0BD067772F}"/>
              </a:ext>
            </a:extLst>
          </p:cNvPr>
          <p:cNvSpPr>
            <a:spLocks noGrp="1"/>
          </p:cNvSpPr>
          <p:nvPr>
            <p:ph type="sldNum" sz="quarter" idx="12"/>
          </p:nvPr>
        </p:nvSpPr>
        <p:spPr/>
        <p:txBody>
          <a:bodyPr/>
          <a:lstStyle/>
          <a:p>
            <a:fld id="{5805FA81-729A-42E9-BF09-0A2232C48156}" type="slidenum">
              <a:rPr lang="en-US" smtClean="0"/>
              <a:t>‹#›</a:t>
            </a:fld>
            <a:endParaRPr lang="en-US"/>
          </a:p>
        </p:txBody>
      </p:sp>
    </p:spTree>
    <p:extLst>
      <p:ext uri="{BB962C8B-B14F-4D97-AF65-F5344CB8AC3E}">
        <p14:creationId xmlns:p14="http://schemas.microsoft.com/office/powerpoint/2010/main" val="2646195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2F871-997A-731F-518A-3E44188A5B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30F42C-E2F7-4513-5A2C-7B25C59DE5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CB4C39-0D8C-DD6D-6BE7-D815B58BB6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22EE3A-3ACF-9D7B-B4BD-7A1AC10F0B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FE271C-5747-686E-1320-06FF78FF0D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CEA88E-2CB8-A1F7-D1BB-18AE9984DF98}"/>
              </a:ext>
            </a:extLst>
          </p:cNvPr>
          <p:cNvSpPr>
            <a:spLocks noGrp="1"/>
          </p:cNvSpPr>
          <p:nvPr>
            <p:ph type="dt" sz="half" idx="10"/>
          </p:nvPr>
        </p:nvSpPr>
        <p:spPr/>
        <p:txBody>
          <a:bodyPr/>
          <a:lstStyle/>
          <a:p>
            <a:fld id="{567270D8-9574-427D-A419-0A1FE7101EBF}" type="datetimeFigureOut">
              <a:rPr lang="en-US" smtClean="0"/>
              <a:t>7/28/2026</a:t>
            </a:fld>
            <a:endParaRPr lang="en-US"/>
          </a:p>
        </p:txBody>
      </p:sp>
      <p:sp>
        <p:nvSpPr>
          <p:cNvPr id="8" name="Footer Placeholder 7">
            <a:extLst>
              <a:ext uri="{FF2B5EF4-FFF2-40B4-BE49-F238E27FC236}">
                <a16:creationId xmlns:a16="http://schemas.microsoft.com/office/drawing/2014/main" id="{5524C797-9B1D-3E05-AB6C-56A014819E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F3375F-20C6-9612-C62C-AE6B5210EA8D}"/>
              </a:ext>
            </a:extLst>
          </p:cNvPr>
          <p:cNvSpPr>
            <a:spLocks noGrp="1"/>
          </p:cNvSpPr>
          <p:nvPr>
            <p:ph type="sldNum" sz="quarter" idx="12"/>
          </p:nvPr>
        </p:nvSpPr>
        <p:spPr/>
        <p:txBody>
          <a:bodyPr/>
          <a:lstStyle/>
          <a:p>
            <a:fld id="{5805FA81-729A-42E9-BF09-0A2232C48156}" type="slidenum">
              <a:rPr lang="en-US" smtClean="0"/>
              <a:t>‹#›</a:t>
            </a:fld>
            <a:endParaRPr lang="en-US"/>
          </a:p>
        </p:txBody>
      </p:sp>
    </p:spTree>
    <p:extLst>
      <p:ext uri="{BB962C8B-B14F-4D97-AF65-F5344CB8AC3E}">
        <p14:creationId xmlns:p14="http://schemas.microsoft.com/office/powerpoint/2010/main" val="3805259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06414-54A2-456E-BF66-C5B372876E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81B463-90FC-4DC4-2E5E-6CDABBCA2BEB}"/>
              </a:ext>
            </a:extLst>
          </p:cNvPr>
          <p:cNvSpPr>
            <a:spLocks noGrp="1"/>
          </p:cNvSpPr>
          <p:nvPr>
            <p:ph type="dt" sz="half" idx="10"/>
          </p:nvPr>
        </p:nvSpPr>
        <p:spPr/>
        <p:txBody>
          <a:bodyPr/>
          <a:lstStyle/>
          <a:p>
            <a:fld id="{567270D8-9574-427D-A419-0A1FE7101EBF}" type="datetimeFigureOut">
              <a:rPr lang="en-US" smtClean="0"/>
              <a:t>7/28/2026</a:t>
            </a:fld>
            <a:endParaRPr lang="en-US"/>
          </a:p>
        </p:txBody>
      </p:sp>
      <p:sp>
        <p:nvSpPr>
          <p:cNvPr id="4" name="Footer Placeholder 3">
            <a:extLst>
              <a:ext uri="{FF2B5EF4-FFF2-40B4-BE49-F238E27FC236}">
                <a16:creationId xmlns:a16="http://schemas.microsoft.com/office/drawing/2014/main" id="{09FBF54E-ECAF-233E-A2A6-9F2CE6D444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72CA9E-A4F3-DBF7-1639-C26871F3936A}"/>
              </a:ext>
            </a:extLst>
          </p:cNvPr>
          <p:cNvSpPr>
            <a:spLocks noGrp="1"/>
          </p:cNvSpPr>
          <p:nvPr>
            <p:ph type="sldNum" sz="quarter" idx="12"/>
          </p:nvPr>
        </p:nvSpPr>
        <p:spPr/>
        <p:txBody>
          <a:bodyPr/>
          <a:lstStyle/>
          <a:p>
            <a:fld id="{5805FA81-729A-42E9-BF09-0A2232C48156}" type="slidenum">
              <a:rPr lang="en-US" smtClean="0"/>
              <a:t>‹#›</a:t>
            </a:fld>
            <a:endParaRPr lang="en-US"/>
          </a:p>
        </p:txBody>
      </p:sp>
    </p:spTree>
    <p:extLst>
      <p:ext uri="{BB962C8B-B14F-4D97-AF65-F5344CB8AC3E}">
        <p14:creationId xmlns:p14="http://schemas.microsoft.com/office/powerpoint/2010/main" val="1156287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A2A14D-510C-9143-DE1A-3241750E7B88}"/>
              </a:ext>
            </a:extLst>
          </p:cNvPr>
          <p:cNvSpPr>
            <a:spLocks noGrp="1"/>
          </p:cNvSpPr>
          <p:nvPr>
            <p:ph type="dt" sz="half" idx="10"/>
          </p:nvPr>
        </p:nvSpPr>
        <p:spPr/>
        <p:txBody>
          <a:bodyPr/>
          <a:lstStyle/>
          <a:p>
            <a:fld id="{567270D8-9574-427D-A419-0A1FE7101EBF}" type="datetimeFigureOut">
              <a:rPr lang="en-US" smtClean="0"/>
              <a:t>7/28/2026</a:t>
            </a:fld>
            <a:endParaRPr lang="en-US"/>
          </a:p>
        </p:txBody>
      </p:sp>
      <p:sp>
        <p:nvSpPr>
          <p:cNvPr id="3" name="Footer Placeholder 2">
            <a:extLst>
              <a:ext uri="{FF2B5EF4-FFF2-40B4-BE49-F238E27FC236}">
                <a16:creationId xmlns:a16="http://schemas.microsoft.com/office/drawing/2014/main" id="{F9CF1ADD-19E1-6F14-4EA1-41E55DB560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B07D46-659B-D633-E161-D60114874B51}"/>
              </a:ext>
            </a:extLst>
          </p:cNvPr>
          <p:cNvSpPr>
            <a:spLocks noGrp="1"/>
          </p:cNvSpPr>
          <p:nvPr>
            <p:ph type="sldNum" sz="quarter" idx="12"/>
          </p:nvPr>
        </p:nvSpPr>
        <p:spPr/>
        <p:txBody>
          <a:bodyPr/>
          <a:lstStyle/>
          <a:p>
            <a:fld id="{5805FA81-729A-42E9-BF09-0A2232C48156}" type="slidenum">
              <a:rPr lang="en-US" smtClean="0"/>
              <a:t>‹#›</a:t>
            </a:fld>
            <a:endParaRPr lang="en-US"/>
          </a:p>
        </p:txBody>
      </p:sp>
    </p:spTree>
    <p:extLst>
      <p:ext uri="{BB962C8B-B14F-4D97-AF65-F5344CB8AC3E}">
        <p14:creationId xmlns:p14="http://schemas.microsoft.com/office/powerpoint/2010/main" val="3069679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13C3-BBD1-CADC-45EF-4D89641B53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95F13F-11D5-B0F5-0A2E-2E57754CA8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397058-B347-A9B3-C8C9-6CF631452C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559CA6-C9FC-BAAF-FC5F-115F74EE5056}"/>
              </a:ext>
            </a:extLst>
          </p:cNvPr>
          <p:cNvSpPr>
            <a:spLocks noGrp="1"/>
          </p:cNvSpPr>
          <p:nvPr>
            <p:ph type="dt" sz="half" idx="10"/>
          </p:nvPr>
        </p:nvSpPr>
        <p:spPr/>
        <p:txBody>
          <a:bodyPr/>
          <a:lstStyle/>
          <a:p>
            <a:fld id="{567270D8-9574-427D-A419-0A1FE7101EBF}" type="datetimeFigureOut">
              <a:rPr lang="en-US" smtClean="0"/>
              <a:t>7/28/2026</a:t>
            </a:fld>
            <a:endParaRPr lang="en-US"/>
          </a:p>
        </p:txBody>
      </p:sp>
      <p:sp>
        <p:nvSpPr>
          <p:cNvPr id="6" name="Footer Placeholder 5">
            <a:extLst>
              <a:ext uri="{FF2B5EF4-FFF2-40B4-BE49-F238E27FC236}">
                <a16:creationId xmlns:a16="http://schemas.microsoft.com/office/drawing/2014/main" id="{29A9778A-5F25-FD85-3295-C46171EC66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DBF8F6-C846-5192-A964-6129D66A6A97}"/>
              </a:ext>
            </a:extLst>
          </p:cNvPr>
          <p:cNvSpPr>
            <a:spLocks noGrp="1"/>
          </p:cNvSpPr>
          <p:nvPr>
            <p:ph type="sldNum" sz="quarter" idx="12"/>
          </p:nvPr>
        </p:nvSpPr>
        <p:spPr/>
        <p:txBody>
          <a:bodyPr/>
          <a:lstStyle/>
          <a:p>
            <a:fld id="{5805FA81-729A-42E9-BF09-0A2232C48156}" type="slidenum">
              <a:rPr lang="en-US" smtClean="0"/>
              <a:t>‹#›</a:t>
            </a:fld>
            <a:endParaRPr lang="en-US"/>
          </a:p>
        </p:txBody>
      </p:sp>
    </p:spTree>
    <p:extLst>
      <p:ext uri="{BB962C8B-B14F-4D97-AF65-F5344CB8AC3E}">
        <p14:creationId xmlns:p14="http://schemas.microsoft.com/office/powerpoint/2010/main" val="2341677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B9F98-B23D-8EE4-92E4-9B78FFEE72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ED1AB8-72F0-43FA-BD37-E9831514D4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E4A0C5-3A42-A7A5-CCF6-DE9E384686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5C5A1D-2BAA-5495-67E2-BB7F965ED8C5}"/>
              </a:ext>
            </a:extLst>
          </p:cNvPr>
          <p:cNvSpPr>
            <a:spLocks noGrp="1"/>
          </p:cNvSpPr>
          <p:nvPr>
            <p:ph type="dt" sz="half" idx="10"/>
          </p:nvPr>
        </p:nvSpPr>
        <p:spPr/>
        <p:txBody>
          <a:bodyPr/>
          <a:lstStyle/>
          <a:p>
            <a:fld id="{567270D8-9574-427D-A419-0A1FE7101EBF}" type="datetimeFigureOut">
              <a:rPr lang="en-US" smtClean="0"/>
              <a:t>7/28/2026</a:t>
            </a:fld>
            <a:endParaRPr lang="en-US"/>
          </a:p>
        </p:txBody>
      </p:sp>
      <p:sp>
        <p:nvSpPr>
          <p:cNvPr id="6" name="Footer Placeholder 5">
            <a:extLst>
              <a:ext uri="{FF2B5EF4-FFF2-40B4-BE49-F238E27FC236}">
                <a16:creationId xmlns:a16="http://schemas.microsoft.com/office/drawing/2014/main" id="{5112F58A-20A5-59EF-F932-02A03847AD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27037E-D19A-F7A8-8B83-EE0C02D42A3C}"/>
              </a:ext>
            </a:extLst>
          </p:cNvPr>
          <p:cNvSpPr>
            <a:spLocks noGrp="1"/>
          </p:cNvSpPr>
          <p:nvPr>
            <p:ph type="sldNum" sz="quarter" idx="12"/>
          </p:nvPr>
        </p:nvSpPr>
        <p:spPr/>
        <p:txBody>
          <a:bodyPr/>
          <a:lstStyle/>
          <a:p>
            <a:fld id="{5805FA81-729A-42E9-BF09-0A2232C48156}" type="slidenum">
              <a:rPr lang="en-US" smtClean="0"/>
              <a:t>‹#›</a:t>
            </a:fld>
            <a:endParaRPr lang="en-US"/>
          </a:p>
        </p:txBody>
      </p:sp>
    </p:spTree>
    <p:extLst>
      <p:ext uri="{BB962C8B-B14F-4D97-AF65-F5344CB8AC3E}">
        <p14:creationId xmlns:p14="http://schemas.microsoft.com/office/powerpoint/2010/main" val="3061668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66408-FB71-3E37-A0A5-75BAE1F923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94CE53-7806-C40E-B0FB-DC53B96989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C6E272-7BBC-F0A7-DA3F-D0F2225F6AD0}"/>
              </a:ext>
            </a:extLst>
          </p:cNvPr>
          <p:cNvSpPr>
            <a:spLocks noGrp="1"/>
          </p:cNvSpPr>
          <p:nvPr>
            <p:ph type="dt" sz="half" idx="10"/>
          </p:nvPr>
        </p:nvSpPr>
        <p:spPr/>
        <p:txBody>
          <a:bodyPr/>
          <a:lstStyle/>
          <a:p>
            <a:fld id="{567270D8-9574-427D-A419-0A1FE7101EBF}" type="datetimeFigureOut">
              <a:rPr lang="en-US" smtClean="0"/>
              <a:t>7/28/2026</a:t>
            </a:fld>
            <a:endParaRPr lang="en-US"/>
          </a:p>
        </p:txBody>
      </p:sp>
      <p:sp>
        <p:nvSpPr>
          <p:cNvPr id="5" name="Footer Placeholder 4">
            <a:extLst>
              <a:ext uri="{FF2B5EF4-FFF2-40B4-BE49-F238E27FC236}">
                <a16:creationId xmlns:a16="http://schemas.microsoft.com/office/drawing/2014/main" id="{07D26E13-E4B0-E1E0-058E-11386FDE19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63385-8325-2DA9-88E2-7303E30D6EE4}"/>
              </a:ext>
            </a:extLst>
          </p:cNvPr>
          <p:cNvSpPr>
            <a:spLocks noGrp="1"/>
          </p:cNvSpPr>
          <p:nvPr>
            <p:ph type="sldNum" sz="quarter" idx="12"/>
          </p:nvPr>
        </p:nvSpPr>
        <p:spPr/>
        <p:txBody>
          <a:bodyPr/>
          <a:lstStyle/>
          <a:p>
            <a:fld id="{5805FA81-729A-42E9-BF09-0A2232C48156}" type="slidenum">
              <a:rPr lang="en-US" smtClean="0"/>
              <a:t>‹#›</a:t>
            </a:fld>
            <a:endParaRPr lang="en-US"/>
          </a:p>
        </p:txBody>
      </p:sp>
    </p:spTree>
    <p:extLst>
      <p:ext uri="{BB962C8B-B14F-4D97-AF65-F5344CB8AC3E}">
        <p14:creationId xmlns:p14="http://schemas.microsoft.com/office/powerpoint/2010/main" val="478227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171022-9EBD-9FF5-83AA-EC2F999221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432F98-0B99-F3F3-2ED3-CD018B8AA3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84DDFC-FB69-8F7A-1D92-D8D2239E8A34}"/>
              </a:ext>
            </a:extLst>
          </p:cNvPr>
          <p:cNvSpPr>
            <a:spLocks noGrp="1"/>
          </p:cNvSpPr>
          <p:nvPr>
            <p:ph type="dt" sz="half" idx="10"/>
          </p:nvPr>
        </p:nvSpPr>
        <p:spPr/>
        <p:txBody>
          <a:bodyPr/>
          <a:lstStyle/>
          <a:p>
            <a:fld id="{567270D8-9574-427D-A419-0A1FE7101EBF}" type="datetimeFigureOut">
              <a:rPr lang="en-US" smtClean="0"/>
              <a:t>7/28/2026</a:t>
            </a:fld>
            <a:endParaRPr lang="en-US"/>
          </a:p>
        </p:txBody>
      </p:sp>
      <p:sp>
        <p:nvSpPr>
          <p:cNvPr id="5" name="Footer Placeholder 4">
            <a:extLst>
              <a:ext uri="{FF2B5EF4-FFF2-40B4-BE49-F238E27FC236}">
                <a16:creationId xmlns:a16="http://schemas.microsoft.com/office/drawing/2014/main" id="{3055E146-12D8-5DAF-9F41-31B669DAF7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26624-8E0C-B9C6-B534-5147DC73B577}"/>
              </a:ext>
            </a:extLst>
          </p:cNvPr>
          <p:cNvSpPr>
            <a:spLocks noGrp="1"/>
          </p:cNvSpPr>
          <p:nvPr>
            <p:ph type="sldNum" sz="quarter" idx="12"/>
          </p:nvPr>
        </p:nvSpPr>
        <p:spPr/>
        <p:txBody>
          <a:bodyPr/>
          <a:lstStyle/>
          <a:p>
            <a:fld id="{5805FA81-729A-42E9-BF09-0A2232C48156}" type="slidenum">
              <a:rPr lang="en-US" smtClean="0"/>
              <a:t>‹#›</a:t>
            </a:fld>
            <a:endParaRPr lang="en-US"/>
          </a:p>
        </p:txBody>
      </p:sp>
    </p:spTree>
    <p:extLst>
      <p:ext uri="{BB962C8B-B14F-4D97-AF65-F5344CB8AC3E}">
        <p14:creationId xmlns:p14="http://schemas.microsoft.com/office/powerpoint/2010/main" val="2938294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F8AF98-98D7-8A43-B481-F42315F773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F8E003-A51F-6C7B-6CE5-6A60C02CE6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6A19BA-D458-4EF2-3AD7-A60DF171BF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7270D8-9574-427D-A419-0A1FE7101EBF}" type="datetimeFigureOut">
              <a:rPr lang="en-US" smtClean="0"/>
              <a:t>7/28/2026</a:t>
            </a:fld>
            <a:endParaRPr lang="en-US"/>
          </a:p>
        </p:txBody>
      </p:sp>
      <p:sp>
        <p:nvSpPr>
          <p:cNvPr id="5" name="Footer Placeholder 4">
            <a:extLst>
              <a:ext uri="{FF2B5EF4-FFF2-40B4-BE49-F238E27FC236}">
                <a16:creationId xmlns:a16="http://schemas.microsoft.com/office/drawing/2014/main" id="{1C04D4F6-7F2C-0BB4-4FD8-F6445EE1C0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C1720C2-9C5D-3733-2627-0513140397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05FA81-729A-42E9-BF09-0A2232C48156}" type="slidenum">
              <a:rPr lang="en-US" smtClean="0"/>
              <a:t>‹#›</a:t>
            </a:fld>
            <a:endParaRPr lang="en-US"/>
          </a:p>
        </p:txBody>
      </p:sp>
    </p:spTree>
    <p:extLst>
      <p:ext uri="{BB962C8B-B14F-4D97-AF65-F5344CB8AC3E}">
        <p14:creationId xmlns:p14="http://schemas.microsoft.com/office/powerpoint/2010/main" val="2610551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cambuilds.com/wp-content/uploads/2017/06/MEP-Holabird-Bid-Set-Drawings.pdf" TargetMode="External"/><Relationship Id="rId2" Type="http://schemas.openxmlformats.org/officeDocument/2006/relationships/hyperlink" Target="https://www.gramoll.com/wp-content/uploads/2018/10/USU-ASPIRE-EVR-BID-DRAWINGS-20230307.pdf" TargetMode="External"/><Relationship Id="rId1" Type="http://schemas.openxmlformats.org/officeDocument/2006/relationships/slideLayout" Target="../slideLayouts/slideLayout2.xml"/><Relationship Id="rId4" Type="http://schemas.openxmlformats.org/officeDocument/2006/relationships/hyperlink" Target="https://www.google.com/search?q=tridium+floorplan+graphic&amp;rlz=1C5GCEM_enUS1186US1186&amp;oq=tridium+floorplan+graphic&amp;gs_lcrp=EgZjaHJvbWUyBggAEEUYOTIHCAEQIRigATIHCAIQIRigATIHCAMQIRigATIHCAQQIRigATIHCAUQIRiPAtIBDDEwNjc4NzkxajBqN6gCALACAA&amp;sourceid=chrome&amp;source=chrome.ob&amp;ie=UTF-8#fpstate=ive&amp;vld=cid:81043fb5,vid:66kpqHimyQU,st: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E2A94C-30CD-7E47-770B-40367E2F2039}"/>
              </a:ext>
            </a:extLst>
          </p:cNvPr>
          <p:cNvSpPr>
            <a:spLocks noGrp="1"/>
          </p:cNvSpPr>
          <p:nvPr>
            <p:ph type="ctrTitle"/>
          </p:nvPr>
        </p:nvSpPr>
        <p:spPr>
          <a:xfrm>
            <a:off x="2026693" y="1030406"/>
            <a:ext cx="8147713" cy="3081242"/>
          </a:xfrm>
        </p:spPr>
        <p:txBody>
          <a:bodyPr anchor="ctr">
            <a:normAutofit/>
          </a:bodyPr>
          <a:lstStyle/>
          <a:p>
            <a:r>
              <a:rPr lang="en-GB" sz="4800">
                <a:solidFill>
                  <a:srgbClr val="FFFFFF"/>
                </a:solidFill>
              </a:rPr>
              <a:t>Intern Hackathon</a:t>
            </a:r>
            <a:endParaRPr lang="en-US" sz="4800">
              <a:solidFill>
                <a:srgbClr val="FFFFFF"/>
              </a:solidFill>
            </a:endParaRPr>
          </a:p>
        </p:txBody>
      </p:sp>
      <p:sp>
        <p:nvSpPr>
          <p:cNvPr id="3" name="Subtitle 2">
            <a:extLst>
              <a:ext uri="{FF2B5EF4-FFF2-40B4-BE49-F238E27FC236}">
                <a16:creationId xmlns:a16="http://schemas.microsoft.com/office/drawing/2014/main" id="{6AA5638A-822D-2F4F-B2E6-67B07B9EA241}"/>
              </a:ext>
            </a:extLst>
          </p:cNvPr>
          <p:cNvSpPr>
            <a:spLocks noGrp="1"/>
          </p:cNvSpPr>
          <p:nvPr>
            <p:ph type="subTitle" idx="1"/>
          </p:nvPr>
        </p:nvSpPr>
        <p:spPr>
          <a:xfrm>
            <a:off x="1559943" y="5171093"/>
            <a:ext cx="9078628" cy="860620"/>
          </a:xfrm>
        </p:spPr>
        <p:txBody>
          <a:bodyPr anchor="ctr">
            <a:normAutofit/>
          </a:bodyPr>
          <a:lstStyle/>
          <a:p>
            <a:r>
              <a:rPr lang="en-GB" dirty="0">
                <a:solidFill>
                  <a:srgbClr val="FFFFFF"/>
                </a:solidFill>
              </a:rPr>
              <a:t>BA – BMS </a:t>
            </a:r>
            <a:endParaRPr lang="en-US" dirty="0">
              <a:solidFill>
                <a:srgbClr val="FFFFFF"/>
              </a:solidFill>
            </a:endParaRPr>
          </a:p>
        </p:txBody>
      </p:sp>
    </p:spTree>
    <p:extLst>
      <p:ext uri="{BB962C8B-B14F-4D97-AF65-F5344CB8AC3E}">
        <p14:creationId xmlns:p14="http://schemas.microsoft.com/office/powerpoint/2010/main" val="2710788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74CB3F0E-9D6C-2D7F-3BBD-AC84CCD63C64}"/>
              </a:ext>
            </a:extLst>
          </p:cNvPr>
          <p:cNvSpPr>
            <a:spLocks noGrp="1"/>
          </p:cNvSpPr>
          <p:nvPr>
            <p:ph type="title"/>
          </p:nvPr>
        </p:nvSpPr>
        <p:spPr>
          <a:xfrm>
            <a:off x="838200" y="669925"/>
            <a:ext cx="4508946" cy="1325563"/>
          </a:xfrm>
        </p:spPr>
        <p:txBody>
          <a:bodyPr anchor="b">
            <a:normAutofit/>
          </a:bodyPr>
          <a:lstStyle/>
          <a:p>
            <a:pPr algn="r"/>
            <a:r>
              <a:rPr lang="en-US" b="1">
                <a:solidFill>
                  <a:schemeClr val="bg1"/>
                </a:solidFill>
              </a:rPr>
              <a:t>Business Problem</a:t>
            </a:r>
            <a:endParaRPr lang="en-US">
              <a:solidFill>
                <a:schemeClr val="bg1"/>
              </a:solidFill>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C9B2FBC-09D9-B171-6F84-6B817C18340D}"/>
              </a:ext>
            </a:extLst>
          </p:cNvPr>
          <p:cNvSpPr>
            <a:spLocks noGrp="1"/>
          </p:cNvSpPr>
          <p:nvPr>
            <p:ph idx="1"/>
          </p:nvPr>
        </p:nvSpPr>
        <p:spPr>
          <a:xfrm>
            <a:off x="1392667" y="2398957"/>
            <a:ext cx="9406666" cy="3526144"/>
          </a:xfrm>
        </p:spPr>
        <p:txBody>
          <a:bodyPr>
            <a:normAutofit/>
          </a:bodyPr>
          <a:lstStyle/>
          <a:p>
            <a:r>
              <a:rPr lang="en-US" sz="2000">
                <a:solidFill>
                  <a:schemeClr val="bg1"/>
                </a:solidFill>
              </a:rPr>
              <a:t>Adding floor plans and graphics to a BMS system is costly and timely. By automating this process with agentic AI we can save engineering time and money for our BMS partners</a:t>
            </a:r>
          </a:p>
          <a:p>
            <a:endParaRPr lang="en-US" sz="200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6438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95B8EB0-CC6F-7628-E2BB-3A8922E88657}"/>
              </a:ext>
            </a:extLst>
          </p:cNvPr>
          <p:cNvSpPr>
            <a:spLocks noGrp="1"/>
          </p:cNvSpPr>
          <p:nvPr>
            <p:ph type="title"/>
          </p:nvPr>
        </p:nvSpPr>
        <p:spPr>
          <a:xfrm>
            <a:off x="1014141" y="1450655"/>
            <a:ext cx="3932030" cy="3956690"/>
          </a:xfrm>
        </p:spPr>
        <p:txBody>
          <a:bodyPr anchor="ctr">
            <a:normAutofit/>
          </a:bodyPr>
          <a:lstStyle/>
          <a:p>
            <a:r>
              <a:rPr lang="en-GB" sz="8000">
                <a:solidFill>
                  <a:schemeClr val="bg1"/>
                </a:solidFill>
              </a:rPr>
              <a:t>Mentors</a:t>
            </a:r>
            <a:endParaRPr lang="en-US" sz="8000">
              <a:solidFill>
                <a:schemeClr val="bg1"/>
              </a:solidFill>
            </a:endParaRP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FBECDE4-A171-FFB7-2C4E-7AE6C150F897}"/>
              </a:ext>
            </a:extLst>
          </p:cNvPr>
          <p:cNvSpPr>
            <a:spLocks noGrp="1"/>
          </p:cNvSpPr>
          <p:nvPr>
            <p:ph idx="1"/>
          </p:nvPr>
        </p:nvSpPr>
        <p:spPr>
          <a:xfrm>
            <a:off x="6096000" y="1108061"/>
            <a:ext cx="5008901" cy="4571972"/>
          </a:xfrm>
        </p:spPr>
        <p:txBody>
          <a:bodyPr anchor="ctr">
            <a:normAutofit/>
          </a:bodyPr>
          <a:lstStyle/>
          <a:p>
            <a:r>
              <a:rPr lang="en-GB" sz="2000" dirty="0">
                <a:solidFill>
                  <a:schemeClr val="bg1"/>
                </a:solidFill>
              </a:rPr>
              <a:t>Chris Inkpen</a:t>
            </a:r>
          </a:p>
          <a:p>
            <a:r>
              <a:rPr lang="en-GB" sz="2000" dirty="0">
                <a:solidFill>
                  <a:schemeClr val="bg1"/>
                </a:solidFill>
              </a:rPr>
              <a:t>Pooja Patel</a:t>
            </a:r>
          </a:p>
          <a:p>
            <a:r>
              <a:rPr lang="en-GB" sz="2000" dirty="0">
                <a:solidFill>
                  <a:schemeClr val="bg1"/>
                </a:solidFill>
              </a:rPr>
              <a:t>Sumi Ranawaka</a:t>
            </a:r>
          </a:p>
          <a:p>
            <a:r>
              <a:rPr lang="en-GB" sz="2000" dirty="0">
                <a:solidFill>
                  <a:schemeClr val="bg1"/>
                </a:solidFill>
              </a:rPr>
              <a:t>Omkar Garad</a:t>
            </a:r>
          </a:p>
          <a:p>
            <a:r>
              <a:rPr lang="en-GB" sz="2000">
                <a:solidFill>
                  <a:schemeClr val="bg1"/>
                </a:solidFill>
              </a:rPr>
              <a:t>Daniel Stewart</a:t>
            </a:r>
            <a:endParaRPr lang="en-US" sz="2000" dirty="0">
              <a:solidFill>
                <a:schemeClr val="bg1"/>
              </a:solidFill>
            </a:endParaRPr>
          </a:p>
        </p:txBody>
      </p:sp>
    </p:spTree>
    <p:extLst>
      <p:ext uri="{BB962C8B-B14F-4D97-AF65-F5344CB8AC3E}">
        <p14:creationId xmlns:p14="http://schemas.microsoft.com/office/powerpoint/2010/main" val="1880395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2DB6E566-7F96-F4D0-1DDC-448E8EEA06D2}"/>
              </a:ext>
            </a:extLst>
          </p:cNvPr>
          <p:cNvSpPr>
            <a:spLocks noGrp="1"/>
          </p:cNvSpPr>
          <p:nvPr>
            <p:ph type="title"/>
          </p:nvPr>
        </p:nvSpPr>
        <p:spPr>
          <a:xfrm>
            <a:off x="922635" y="1250575"/>
            <a:ext cx="4604274" cy="4163210"/>
          </a:xfrm>
        </p:spPr>
        <p:txBody>
          <a:bodyPr anchor="ctr">
            <a:normAutofit/>
          </a:bodyPr>
          <a:lstStyle/>
          <a:p>
            <a:r>
              <a:rPr lang="en-GB" sz="8000">
                <a:solidFill>
                  <a:schemeClr val="bg1"/>
                </a:solidFill>
              </a:rPr>
              <a:t>Your job</a:t>
            </a:r>
            <a:endParaRPr lang="en-US" sz="8000">
              <a:solidFill>
                <a:schemeClr val="bg1"/>
              </a:solidFill>
            </a:endParaRPr>
          </a:p>
        </p:txBody>
      </p:sp>
      <p:sp>
        <p:nvSpPr>
          <p:cNvPr id="10" name="Rectangle 9">
            <a:extLst>
              <a:ext uri="{FF2B5EF4-FFF2-40B4-BE49-F238E27FC236}">
                <a16:creationId xmlns:a16="http://schemas.microsoft.com/office/drawing/2014/main" id="{C2C57604-0CFD-4023-B9BD-107166A25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6476" y="1100949"/>
            <a:ext cx="4996593"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45A6349-F020-F257-9A4D-89A166B076A4}"/>
              </a:ext>
            </a:extLst>
          </p:cNvPr>
          <p:cNvSpPr>
            <a:spLocks noGrp="1"/>
          </p:cNvSpPr>
          <p:nvPr>
            <p:ph idx="1"/>
          </p:nvPr>
        </p:nvSpPr>
        <p:spPr>
          <a:xfrm>
            <a:off x="6293224" y="860612"/>
            <a:ext cx="4797909" cy="5023821"/>
          </a:xfrm>
        </p:spPr>
        <p:txBody>
          <a:bodyPr anchor="ctr">
            <a:normAutofit/>
          </a:bodyPr>
          <a:lstStyle/>
          <a:p>
            <a:r>
              <a:rPr lang="en-GB" sz="2000">
                <a:solidFill>
                  <a:schemeClr val="bg1"/>
                </a:solidFill>
              </a:rPr>
              <a:t>Take the requirements file (</a:t>
            </a:r>
            <a:r>
              <a:rPr lang="en-US" sz="2000" b="1">
                <a:solidFill>
                  <a:schemeClr val="bg1"/>
                </a:solidFill>
              </a:rPr>
              <a:t>Building Mechanical Specification &amp; BMS Schema)</a:t>
            </a:r>
          </a:p>
          <a:p>
            <a:endParaRPr lang="en-US" sz="2000" b="1">
              <a:solidFill>
                <a:schemeClr val="bg1"/>
              </a:solidFill>
            </a:endParaRPr>
          </a:p>
          <a:p>
            <a:pPr lvl="1"/>
            <a:r>
              <a:rPr lang="en-GB" sz="2000">
                <a:solidFill>
                  <a:schemeClr val="bg1"/>
                </a:solidFill>
              </a:rPr>
              <a:t>Utilise the Agentic Designer</a:t>
            </a:r>
          </a:p>
          <a:p>
            <a:pPr lvl="1"/>
            <a:r>
              <a:rPr lang="en-GB" sz="2000">
                <a:solidFill>
                  <a:schemeClr val="bg1"/>
                </a:solidFill>
              </a:rPr>
              <a:t>Create Web site for Navigating floor plans and showing the state of the floors</a:t>
            </a:r>
            <a:endParaRPr lang="en-US" sz="2000">
              <a:solidFill>
                <a:schemeClr val="bg1"/>
              </a:solidFill>
            </a:endParaRPr>
          </a:p>
        </p:txBody>
      </p:sp>
    </p:spTree>
    <p:extLst>
      <p:ext uri="{BB962C8B-B14F-4D97-AF65-F5344CB8AC3E}">
        <p14:creationId xmlns:p14="http://schemas.microsoft.com/office/powerpoint/2010/main" val="3175316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E62B96-7C41-873D-2DDD-7DEEA0460971}"/>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An example System Design</a:t>
            </a:r>
            <a:endParaRPr lang="en-US" sz="4000">
              <a:solidFill>
                <a:srgbClr val="FFFFFF"/>
              </a:solidFill>
            </a:endParaRPr>
          </a:p>
        </p:txBody>
      </p:sp>
      <p:sp>
        <p:nvSpPr>
          <p:cNvPr id="3" name="Content Placeholder 2">
            <a:extLst>
              <a:ext uri="{FF2B5EF4-FFF2-40B4-BE49-F238E27FC236}">
                <a16:creationId xmlns:a16="http://schemas.microsoft.com/office/drawing/2014/main" id="{66C41A77-6116-DD34-F9A7-A4EE24FCF6E4}"/>
              </a:ext>
            </a:extLst>
          </p:cNvPr>
          <p:cNvSpPr>
            <a:spLocks noGrp="1"/>
          </p:cNvSpPr>
          <p:nvPr>
            <p:ph idx="1"/>
          </p:nvPr>
        </p:nvSpPr>
        <p:spPr>
          <a:xfrm>
            <a:off x="4810259" y="649480"/>
            <a:ext cx="6555347" cy="5546047"/>
          </a:xfrm>
        </p:spPr>
        <p:txBody>
          <a:bodyPr anchor="ctr">
            <a:normAutofit/>
          </a:bodyPr>
          <a:lstStyle/>
          <a:p>
            <a:r>
              <a:rPr lang="en-US" sz="1400" b="1"/>
              <a:t>Workflow Breakdown</a:t>
            </a:r>
          </a:p>
          <a:p>
            <a:r>
              <a:rPr lang="en-US" sz="1400" b="1"/>
              <a:t>Input Phase (Your App -&gt; Agentic Framework)</a:t>
            </a:r>
            <a:endParaRPr lang="en-US" sz="1400"/>
          </a:p>
          <a:p>
            <a:pPr lvl="1"/>
            <a:r>
              <a:rPr lang="en-US" sz="1400"/>
              <a:t>User uploads the building specification PDF into your web app interface.</a:t>
            </a:r>
          </a:p>
          <a:p>
            <a:pPr lvl="1"/>
            <a:r>
              <a:rPr lang="en-US" sz="1400"/>
              <a:t>Your app dispatches an execution prompt: "Generate Floor plans and point references from this PDF file", attaching the binary PDF file payload to the Agentic Framework pipeline.</a:t>
            </a:r>
          </a:p>
          <a:p>
            <a:r>
              <a:rPr lang="en-US" sz="1400" b="1"/>
              <a:t>Agentic Processing &amp; Extraction</a:t>
            </a:r>
            <a:endParaRPr lang="en-US" sz="1400"/>
          </a:p>
          <a:p>
            <a:pPr lvl="1"/>
            <a:r>
              <a:rPr lang="en-US" sz="1400"/>
              <a:t>The Agentic Framework analyzes the PDF pages, extracts layout schematics, identifies spatial zones, detects BMS points, and assigns spatial $(x, y)$ coordinates and formatting attributes.</a:t>
            </a:r>
          </a:p>
          <a:p>
            <a:pPr lvl="1"/>
            <a:r>
              <a:rPr lang="en-US" sz="1400"/>
              <a:t>It produces a clean, validated JSON output conforming to your schema structure (containing floorID, backgroundImage, controllerID, points, x, y, colour, format).</a:t>
            </a:r>
          </a:p>
          <a:p>
            <a:r>
              <a:rPr lang="en-US" sz="1400" b="1"/>
              <a:t>App Processing &amp; Visualization</a:t>
            </a:r>
            <a:endParaRPr lang="en-US" sz="1400"/>
          </a:p>
          <a:p>
            <a:pPr lvl="1"/>
            <a:r>
              <a:rPr lang="en-US" sz="1400"/>
              <a:t>Your web app receives the JSON payload and binds it to the UI layout engine.</a:t>
            </a:r>
          </a:p>
          <a:p>
            <a:pPr lvl="1"/>
            <a:r>
              <a:rPr lang="en-US" sz="1400" b="1"/>
              <a:t>Page Navigation:</a:t>
            </a:r>
            <a:r>
              <a:rPr lang="en-US" sz="1400"/>
              <a:t> Generates a menu list driven by the floors array, allowing smooth switching between levels.</a:t>
            </a:r>
          </a:p>
          <a:p>
            <a:pPr lvl="1"/>
            <a:r>
              <a:rPr lang="en-US" sz="1400" b="1"/>
              <a:t>Canvas Visualizer:</a:t>
            </a:r>
            <a:r>
              <a:rPr lang="en-US" sz="1400"/>
              <a:t> Renders the backgroundImage for the active floor and overlays interactive (x, y) point placeholders styled according to their respective colour and format properties.</a:t>
            </a:r>
          </a:p>
          <a:p>
            <a:endParaRPr lang="en-US" sz="1400"/>
          </a:p>
        </p:txBody>
      </p:sp>
    </p:spTree>
    <p:extLst>
      <p:ext uri="{BB962C8B-B14F-4D97-AF65-F5344CB8AC3E}">
        <p14:creationId xmlns:p14="http://schemas.microsoft.com/office/powerpoint/2010/main" val="956810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B2AD880-5C34-632C-CF57-AB5118B177CC}"/>
              </a:ext>
            </a:extLst>
          </p:cNvPr>
          <p:cNvPicPr>
            <a:picLocks noGrp="1" noChangeAspect="1"/>
          </p:cNvPicPr>
          <p:nvPr>
            <p:ph idx="1"/>
          </p:nvPr>
        </p:nvPicPr>
        <p:blipFill>
          <a:blip r:embed="rId2"/>
          <a:stretch>
            <a:fillRect/>
          </a:stretch>
        </p:blipFill>
        <p:spPr>
          <a:xfrm>
            <a:off x="1895575" y="457200"/>
            <a:ext cx="8400849" cy="5943600"/>
          </a:xfrm>
          <a:prstGeom prst="rect">
            <a:avLst/>
          </a:prstGeom>
        </p:spPr>
      </p:pic>
    </p:spTree>
    <p:extLst>
      <p:ext uri="{BB962C8B-B14F-4D97-AF65-F5344CB8AC3E}">
        <p14:creationId xmlns:p14="http://schemas.microsoft.com/office/powerpoint/2010/main" val="1804800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B098B6D-F590-3203-4D0C-383F73EABCC2}"/>
              </a:ext>
            </a:extLst>
          </p:cNvPr>
          <p:cNvSpPr>
            <a:spLocks noGrp="1"/>
          </p:cNvSpPr>
          <p:nvPr>
            <p:ph type="title"/>
          </p:nvPr>
        </p:nvSpPr>
        <p:spPr>
          <a:xfrm>
            <a:off x="660041" y="2767106"/>
            <a:ext cx="2880828" cy="3071906"/>
          </a:xfrm>
        </p:spPr>
        <p:txBody>
          <a:bodyPr vert="horz" lIns="91440" tIns="45720" rIns="91440" bIns="45720" rtlCol="0" anchor="t">
            <a:normAutofit/>
          </a:bodyPr>
          <a:lstStyle/>
          <a:p>
            <a:pPr>
              <a:spcAft>
                <a:spcPts val="600"/>
              </a:spcAft>
            </a:pPr>
            <a:r>
              <a:rPr lang="en-US" sz="3400" b="1" kern="1200">
                <a:solidFill>
                  <a:srgbClr val="FFFFFF"/>
                </a:solidFill>
                <a:effectLst/>
                <a:latin typeface="+mj-lt"/>
                <a:ea typeface="+mj-ea"/>
                <a:cs typeface="+mj-cs"/>
              </a:rPr>
              <a:t>Suggested JSON Schema for Hackathon Agents</a:t>
            </a:r>
            <a:br>
              <a:rPr lang="en-US" sz="3400" kern="1200">
                <a:solidFill>
                  <a:srgbClr val="FFFFFF"/>
                </a:solidFill>
                <a:latin typeface="+mj-lt"/>
                <a:ea typeface="+mj-ea"/>
                <a:cs typeface="+mj-cs"/>
              </a:rPr>
            </a:br>
            <a:endParaRPr lang="en-US" sz="3400" kern="1200">
              <a:solidFill>
                <a:srgbClr val="FFFFFF"/>
              </a:solidFill>
              <a:latin typeface="+mj-lt"/>
              <a:ea typeface="+mj-ea"/>
              <a:cs typeface="+mj-cs"/>
            </a:endParaRPr>
          </a:p>
        </p:txBody>
      </p:sp>
      <p:pic>
        <p:nvPicPr>
          <p:cNvPr id="9" name="Content Placeholder 8">
            <a:extLst>
              <a:ext uri="{FF2B5EF4-FFF2-40B4-BE49-F238E27FC236}">
                <a16:creationId xmlns:a16="http://schemas.microsoft.com/office/drawing/2014/main" id="{188C1A33-2EF6-A80D-28F8-D5A5AACC1DC4}"/>
              </a:ext>
            </a:extLst>
          </p:cNvPr>
          <p:cNvPicPr>
            <a:picLocks noGrp="1" noChangeAspect="1"/>
          </p:cNvPicPr>
          <p:nvPr>
            <p:ph idx="1"/>
          </p:nvPr>
        </p:nvPicPr>
        <p:blipFill>
          <a:blip r:embed="rId2"/>
          <a:stretch>
            <a:fillRect/>
          </a:stretch>
        </p:blipFill>
        <p:spPr>
          <a:xfrm>
            <a:off x="4502428" y="809666"/>
            <a:ext cx="7225748" cy="5238667"/>
          </a:xfrm>
          <a:prstGeom prst="rect">
            <a:avLst/>
          </a:prstGeom>
        </p:spPr>
      </p:pic>
    </p:spTree>
    <p:extLst>
      <p:ext uri="{BB962C8B-B14F-4D97-AF65-F5344CB8AC3E}">
        <p14:creationId xmlns:p14="http://schemas.microsoft.com/office/powerpoint/2010/main" val="396267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F73FA5-085E-46E2-71F6-C0E0B1BAF8C1}"/>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Scoring</a:t>
            </a:r>
            <a:endParaRPr lang="en-US" sz="4000">
              <a:solidFill>
                <a:srgbClr val="FFFFFF"/>
              </a:solidFill>
            </a:endParaRPr>
          </a:p>
        </p:txBody>
      </p:sp>
      <p:sp>
        <p:nvSpPr>
          <p:cNvPr id="3" name="Content Placeholder 2">
            <a:extLst>
              <a:ext uri="{FF2B5EF4-FFF2-40B4-BE49-F238E27FC236}">
                <a16:creationId xmlns:a16="http://schemas.microsoft.com/office/drawing/2014/main" id="{03373723-A1D7-1D3E-4457-050DFD7690A0}"/>
              </a:ext>
            </a:extLst>
          </p:cNvPr>
          <p:cNvSpPr>
            <a:spLocks noGrp="1"/>
          </p:cNvSpPr>
          <p:nvPr>
            <p:ph idx="1"/>
          </p:nvPr>
        </p:nvSpPr>
        <p:spPr>
          <a:xfrm>
            <a:off x="4810259" y="649480"/>
            <a:ext cx="6555347" cy="5546047"/>
          </a:xfrm>
        </p:spPr>
        <p:txBody>
          <a:bodyPr anchor="ctr">
            <a:normAutofit/>
          </a:bodyPr>
          <a:lstStyle/>
          <a:p>
            <a:r>
              <a:rPr lang="en-US" sz="2000"/>
              <a:t>Points will be awarded for designing the system for extension and functionality. </a:t>
            </a:r>
          </a:p>
          <a:p>
            <a:r>
              <a:rPr lang="en-US" sz="2000"/>
              <a:t>Design specialized agents. </a:t>
            </a:r>
          </a:p>
          <a:p>
            <a:r>
              <a:rPr lang="en-US" sz="2000"/>
              <a:t>Do not concern yourself with optimisation. </a:t>
            </a:r>
          </a:p>
          <a:p>
            <a:r>
              <a:rPr lang="en-US" sz="2000"/>
              <a:t>Focus entirely on quality of the generated image and JSON.</a:t>
            </a:r>
          </a:p>
          <a:p>
            <a:r>
              <a:rPr lang="en-GB" sz="2000"/>
              <a:t>Does not have to talk to real systems like Trend, Alerton, Niagara</a:t>
            </a:r>
            <a:endParaRPr lang="en-US" sz="2000"/>
          </a:p>
          <a:p>
            <a:endParaRPr lang="en-US" sz="2000"/>
          </a:p>
        </p:txBody>
      </p:sp>
    </p:spTree>
    <p:extLst>
      <p:ext uri="{BB962C8B-B14F-4D97-AF65-F5344CB8AC3E}">
        <p14:creationId xmlns:p14="http://schemas.microsoft.com/office/powerpoint/2010/main" val="535376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DF848-B47F-8907-5BB6-A6F4EB897C86}"/>
              </a:ext>
            </a:extLst>
          </p:cNvPr>
          <p:cNvSpPr>
            <a:spLocks noGrp="1"/>
          </p:cNvSpPr>
          <p:nvPr>
            <p:ph type="title"/>
          </p:nvPr>
        </p:nvSpPr>
        <p:spPr/>
        <p:txBody>
          <a:bodyPr/>
          <a:lstStyle/>
          <a:p>
            <a:r>
              <a:rPr lang="en-GB" dirty="0"/>
              <a:t>Ideas </a:t>
            </a:r>
            <a:r>
              <a:rPr lang="en-GB" dirty="0" err="1"/>
              <a:t>galery</a:t>
            </a:r>
            <a:endParaRPr lang="en-US" dirty="0"/>
          </a:p>
        </p:txBody>
      </p:sp>
      <p:sp>
        <p:nvSpPr>
          <p:cNvPr id="5" name="Rectangle 5">
            <a:extLst>
              <a:ext uri="{FF2B5EF4-FFF2-40B4-BE49-F238E27FC236}">
                <a16:creationId xmlns:a16="http://schemas.microsoft.com/office/drawing/2014/main" id="{A7016189-7F61-1620-07E9-E026B6966CE0}"/>
              </a:ext>
            </a:extLst>
          </p:cNvPr>
          <p:cNvSpPr>
            <a:spLocks noChangeArrowheads="1"/>
          </p:cNvSpPr>
          <p:nvPr/>
        </p:nvSpPr>
        <p:spPr bwMode="auto">
          <a:xfrm>
            <a:off x="0" y="29035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6">
            <a:extLst>
              <a:ext uri="{FF2B5EF4-FFF2-40B4-BE49-F238E27FC236}">
                <a16:creationId xmlns:a16="http://schemas.microsoft.com/office/drawing/2014/main" id="{31A5634E-1E75-CD20-D71A-B8809B67AAA6}"/>
              </a:ext>
            </a:extLst>
          </p:cNvPr>
          <p:cNvSpPr>
            <a:spLocks noChangeArrowheads="1"/>
          </p:cNvSpPr>
          <p:nvPr/>
        </p:nvSpPr>
        <p:spPr bwMode="auto">
          <a:xfrm>
            <a:off x="0" y="62103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mbria" panose="02040503050406030204" pitchFamily="18" charset="0"/>
                <a:ea typeface="MS Mincho" panose="02020609040205080304" pitchFamily="49" charset="-128"/>
                <a:cs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7">
            <a:extLst>
              <a:ext uri="{FF2B5EF4-FFF2-40B4-BE49-F238E27FC236}">
                <a16:creationId xmlns:a16="http://schemas.microsoft.com/office/drawing/2014/main" id="{C38C78C7-A47A-64B8-E1C9-689F57FC71CE}"/>
              </a:ext>
            </a:extLst>
          </p:cNvPr>
          <p:cNvSpPr>
            <a:spLocks noChangeArrowheads="1"/>
          </p:cNvSpPr>
          <p:nvPr/>
        </p:nvSpPr>
        <p:spPr bwMode="auto">
          <a:xfrm>
            <a:off x="0" y="94186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mbria" panose="02040503050406030204" pitchFamily="18" charset="0"/>
                <a:ea typeface="MS Mincho" panose="02020609040205080304" pitchFamily="49" charset="-128"/>
                <a:cs typeface="Arial" panose="020B0604020202020204" pitchFamily="34" charset="0"/>
              </a:rPr>
              <a:t>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9" name="Picture 1">
            <a:extLst>
              <a:ext uri="{FF2B5EF4-FFF2-40B4-BE49-F238E27FC236}">
                <a16:creationId xmlns:a16="http://schemas.microsoft.com/office/drawing/2014/main" id="{D2B625CF-AF6F-3E6E-B465-910926A35B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6312" y="1825625"/>
            <a:ext cx="835937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123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F4E29-9B3E-73DC-7459-A57FABCBDDC6}"/>
              </a:ext>
            </a:extLst>
          </p:cNvPr>
          <p:cNvSpPr>
            <a:spLocks noGrp="1"/>
          </p:cNvSpPr>
          <p:nvPr>
            <p:ph type="title"/>
          </p:nvPr>
        </p:nvSpPr>
        <p:spPr/>
        <p:txBody>
          <a:bodyPr/>
          <a:lstStyle/>
          <a:p>
            <a:endParaRPr lang="en-US"/>
          </a:p>
        </p:txBody>
      </p:sp>
      <p:pic>
        <p:nvPicPr>
          <p:cNvPr id="5" name="Picture 3">
            <a:extLst>
              <a:ext uri="{FF2B5EF4-FFF2-40B4-BE49-F238E27FC236}">
                <a16:creationId xmlns:a16="http://schemas.microsoft.com/office/drawing/2014/main" id="{88C06C8C-EF4A-90BE-115B-EBC99FAACA6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0" y="2091531"/>
            <a:ext cx="7620000" cy="381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8024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BCEBA-300C-A2CC-F486-1D35E6C2CCBB}"/>
              </a:ext>
            </a:extLst>
          </p:cNvPr>
          <p:cNvSpPr>
            <a:spLocks noGrp="1"/>
          </p:cNvSpPr>
          <p:nvPr>
            <p:ph type="title"/>
          </p:nvPr>
        </p:nvSpPr>
        <p:spPr/>
        <p:txBody>
          <a:bodyPr/>
          <a:lstStyle/>
          <a:p>
            <a:endParaRPr lang="en-US"/>
          </a:p>
        </p:txBody>
      </p:sp>
      <p:pic>
        <p:nvPicPr>
          <p:cNvPr id="5" name="Picture 2">
            <a:extLst>
              <a:ext uri="{FF2B5EF4-FFF2-40B4-BE49-F238E27FC236}">
                <a16:creationId xmlns:a16="http://schemas.microsoft.com/office/drawing/2014/main" id="{96C1198E-2130-A9C3-25B6-2832F3B761E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07854" y="1867584"/>
            <a:ext cx="9576292" cy="4267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7875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AE1DFB-BAA9-9F3A-40EE-365C04753C89}"/>
              </a:ext>
            </a:extLst>
          </p:cNvPr>
          <p:cNvSpPr>
            <a:spLocks noGrp="1"/>
          </p:cNvSpPr>
          <p:nvPr>
            <p:ph type="title"/>
          </p:nvPr>
        </p:nvSpPr>
        <p:spPr>
          <a:xfrm>
            <a:off x="1371599" y="294538"/>
            <a:ext cx="9895951" cy="1033669"/>
          </a:xfrm>
        </p:spPr>
        <p:txBody>
          <a:bodyPr>
            <a:normAutofit/>
          </a:bodyPr>
          <a:lstStyle/>
          <a:p>
            <a:endParaRPr lang="en-US" sz="4000">
              <a:solidFill>
                <a:srgbClr val="FFFFFF"/>
              </a:solidFill>
            </a:endParaRPr>
          </a:p>
        </p:txBody>
      </p:sp>
      <p:sp>
        <p:nvSpPr>
          <p:cNvPr id="3" name="Content Placeholder 2">
            <a:extLst>
              <a:ext uri="{FF2B5EF4-FFF2-40B4-BE49-F238E27FC236}">
                <a16:creationId xmlns:a16="http://schemas.microsoft.com/office/drawing/2014/main" id="{FFB8FE08-6EAA-0755-E53D-B77F553C8C37}"/>
              </a:ext>
            </a:extLst>
          </p:cNvPr>
          <p:cNvSpPr>
            <a:spLocks noGrp="1"/>
          </p:cNvSpPr>
          <p:nvPr>
            <p:ph idx="1"/>
          </p:nvPr>
        </p:nvSpPr>
        <p:spPr>
          <a:xfrm>
            <a:off x="1371599" y="2318197"/>
            <a:ext cx="9724031" cy="3683358"/>
          </a:xfrm>
        </p:spPr>
        <p:txBody>
          <a:bodyPr anchor="ctr">
            <a:normAutofit/>
          </a:bodyPr>
          <a:lstStyle/>
          <a:p>
            <a:r>
              <a:rPr lang="en-US" sz="2000" u="sng">
                <a:hlinkClick r:id="rId2" tooltip="https://www.gramoll.com/wp-content/uploads/2018/10/usu-aspire-evr-bid-drawings-20230307.pdf"/>
              </a:rPr>
              <a:t>https://www.gramoll.com/wp-content/uploads/2018/10/USU-ASPIRE-EVR-BID-DRAWINGS-20230307.pdf</a:t>
            </a:r>
            <a:endParaRPr lang="en-US" sz="2000"/>
          </a:p>
          <a:p>
            <a:r>
              <a:rPr lang="en-US" sz="2000"/>
              <a:t> </a:t>
            </a:r>
          </a:p>
          <a:p>
            <a:r>
              <a:rPr lang="en-US" sz="2000" u="sng">
                <a:hlinkClick r:id="rId3" tooltip="https://www.cambuilds.com/wp-content/uploads/2017/06/mep-holabird-bid-set-drawings.pdf"/>
              </a:rPr>
              <a:t>https://www.cambuilds.com/wp-content/uploads/2017/06/MEP-Holabird-Bid-Set-Drawings.pdf</a:t>
            </a:r>
            <a:endParaRPr lang="en-US" sz="2000"/>
          </a:p>
          <a:p>
            <a:r>
              <a:rPr lang="en-US" sz="2000"/>
              <a:t> </a:t>
            </a:r>
          </a:p>
          <a:p>
            <a:r>
              <a:rPr lang="en-US" sz="2000" u="sng">
                <a:hlinkClick r:id="rId4" tooltip="https://www.google.com/search?q=tridium+floorplan+graphic&amp;rlz=1c5gcem_enus1186us1186&amp;oq=tridium+floorplan+graphic&amp;gs_lcrp=egzjahjvbwuybggaeeuyotihcaeqirigatihcaiqirigatihcamqirigatihcaqqirigatihcauqiripatibddewnjc4nzkxajbqn6gcalacaa&amp;sourceid=chrome&amp;source"/>
              </a:rPr>
              <a:t>https://www.google.com/search?q=tridium+floorplan+graphic&amp;rlz=1C5GCEM_enUS1186US1186&amp;oq=tridium+flo…</a:t>
            </a:r>
            <a:endParaRPr lang="en-US" sz="2000"/>
          </a:p>
          <a:p>
            <a:endParaRPr lang="en-US" sz="2000"/>
          </a:p>
        </p:txBody>
      </p:sp>
    </p:spTree>
    <p:extLst>
      <p:ext uri="{BB962C8B-B14F-4D97-AF65-F5344CB8AC3E}">
        <p14:creationId xmlns:p14="http://schemas.microsoft.com/office/powerpoint/2010/main" val="2992294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546e5e1-5d42-4630-bacd-c69bfdcbd5e8}" enabled="1" method="Standard" siteId="{96ece526-9c7d-48b0-8daf-8b93c90a5d18}" removed="0"/>
</clbl:labelList>
</file>

<file path=docProps/app.xml><?xml version="1.0" encoding="utf-8"?>
<Properties xmlns="http://schemas.openxmlformats.org/officeDocument/2006/extended-properties" xmlns:vt="http://schemas.openxmlformats.org/officeDocument/2006/docPropsVTypes">
  <TotalTime>75</TotalTime>
  <Words>679</Words>
  <Application>Microsoft Office PowerPoint</Application>
  <PresentationFormat>Widescreen</PresentationFormat>
  <Paragraphs>48</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Cambria</vt:lpstr>
      <vt:lpstr>Office Theme</vt:lpstr>
      <vt:lpstr>Intern Hackathon</vt:lpstr>
      <vt:lpstr>Business Problem</vt:lpstr>
      <vt:lpstr>Mentors</vt:lpstr>
      <vt:lpstr>Your job</vt:lpstr>
      <vt:lpstr>An example System Design</vt:lpstr>
      <vt:lpstr>PowerPoint Presentation</vt:lpstr>
      <vt:lpstr>Suggested JSON Schema for Hackathon Agents </vt:lpstr>
      <vt:lpstr>Scoring</vt:lpstr>
      <vt:lpstr>Ideas galery</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Inkpen, Chris</dc:creator>
  <cp:lastModifiedBy>Inkpen, Chris</cp:lastModifiedBy>
  <cp:revision>1</cp:revision>
  <dcterms:created xsi:type="dcterms:W3CDTF">2026-07-24T09:18:52Z</dcterms:created>
  <dcterms:modified xsi:type="dcterms:W3CDTF">2026-07-28T13:04:13Z</dcterms:modified>
</cp:coreProperties>
</file>